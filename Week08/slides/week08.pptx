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45622af8604ff0" /><Relationship Type="http://schemas.openxmlformats.org/officeDocument/2006/relationships/extended-properties" Target="/docProps/app.xml" Id="Rd135dcf9b6a544f0" /><Relationship Type="http://schemas.openxmlformats.org/officeDocument/2006/relationships/officeDocument" Target="/ppt/presentation.xml" Id="R489463d3e62649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49cb6f3d5749de"/>
  </p:sldMasterIdLst>
  <p:notesMasterIdLst>
    <p:notesMasterId xmlns:r="http://schemas.openxmlformats.org/officeDocument/2006/relationships" r:id="R3b869a0effdf4f88"/>
  </p:notesMasterIdLst>
  <p:sldIdLst>
    <p:sldId xmlns:r="http://schemas.openxmlformats.org/officeDocument/2006/relationships" id="256" r:id="R2c6287de55904534"/>
    <p:sldId xmlns:r="http://schemas.openxmlformats.org/officeDocument/2006/relationships" id="257" r:id="Rc02047704ac04183"/>
    <p:sldId xmlns:r="http://schemas.openxmlformats.org/officeDocument/2006/relationships" id="258" r:id="R1f92e66b07b94432"/>
    <p:sldId xmlns:r="http://schemas.openxmlformats.org/officeDocument/2006/relationships" id="259" r:id="Re170b848838c41e2"/>
    <p:sldId xmlns:r="http://schemas.openxmlformats.org/officeDocument/2006/relationships" id="260" r:id="Ref0ff61bb85a48b0"/>
    <p:sldId xmlns:r="http://schemas.openxmlformats.org/officeDocument/2006/relationships" id="261" r:id="R73f02ea749fc4676"/>
    <p:sldId xmlns:r="http://schemas.openxmlformats.org/officeDocument/2006/relationships" id="262" r:id="R1f8763a403cd4260"/>
    <p:sldId xmlns:r="http://schemas.openxmlformats.org/officeDocument/2006/relationships" id="263" r:id="R3e2811595cec4618"/>
    <p:sldId xmlns:r="http://schemas.openxmlformats.org/officeDocument/2006/relationships" id="264" r:id="Rd84340b0f5424d36"/>
    <p:sldId xmlns:r="http://schemas.openxmlformats.org/officeDocument/2006/relationships" id="265" r:id="R1092e9e128a24ce4"/>
    <p:sldId xmlns:r="http://schemas.openxmlformats.org/officeDocument/2006/relationships" id="266" r:id="R9fde799c3799427e"/>
    <p:sldId xmlns:r="http://schemas.openxmlformats.org/officeDocument/2006/relationships" id="267" r:id="Rca21669be32648f5"/>
    <p:sldId xmlns:r="http://schemas.openxmlformats.org/officeDocument/2006/relationships" id="268" r:id="R82864d2b7b0d4bfe"/>
    <p:sldId xmlns:r="http://schemas.openxmlformats.org/officeDocument/2006/relationships" id="269" r:id="R61e9ef14b20545be"/>
    <p:sldId xmlns:r="http://schemas.openxmlformats.org/officeDocument/2006/relationships" id="270" r:id="R06682a8ed54344a2"/>
    <p:sldId xmlns:r="http://schemas.openxmlformats.org/officeDocument/2006/relationships" id="271" r:id="Ra3c0268a8dce47de"/>
    <p:sldId xmlns:r="http://schemas.openxmlformats.org/officeDocument/2006/relationships" id="272" r:id="R6fc3559740454c49"/>
    <p:sldId xmlns:r="http://schemas.openxmlformats.org/officeDocument/2006/relationships" id="273" r:id="Re7f1bd5cf71d4abb"/>
    <p:sldId xmlns:r="http://schemas.openxmlformats.org/officeDocument/2006/relationships" id="274" r:id="R1f833ca8f4b34c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a17619b8764168" /><Relationship Type="http://schemas.openxmlformats.org/officeDocument/2006/relationships/slideMaster" Target="/ppt/slideMasters/slideMaster1.xml" Id="R8349cb6f3d5749de" /><Relationship Type="http://schemas.openxmlformats.org/officeDocument/2006/relationships/notesMaster" Target="/ppt/notesMasters/notesMaster1.xml" Id="R3b869a0effdf4f88" /><Relationship Type="http://schemas.openxmlformats.org/officeDocument/2006/relationships/presProps" Target="/ppt/presProps.xml" Id="Rc818c943a8544c87" /><Relationship Type="http://schemas.openxmlformats.org/officeDocument/2006/relationships/tableStyles" Target="/ppt/tableStyles.xml" Id="R81d012422de9423a" /><Relationship Type="http://schemas.openxmlformats.org/officeDocument/2006/relationships/slide" Target="/ppt/slides/slide1.xml" Id="R2c6287de55904534" /><Relationship Type="http://schemas.openxmlformats.org/officeDocument/2006/relationships/slide" Target="/ppt/slides/slide2.xml" Id="Rc02047704ac04183" /><Relationship Type="http://schemas.openxmlformats.org/officeDocument/2006/relationships/slide" Target="/ppt/slides/slide3.xml" Id="R1f92e66b07b94432" /><Relationship Type="http://schemas.openxmlformats.org/officeDocument/2006/relationships/slide" Target="/ppt/slides/slide4.xml" Id="Re170b848838c41e2" /><Relationship Type="http://schemas.openxmlformats.org/officeDocument/2006/relationships/slide" Target="/ppt/slides/slide5.xml" Id="Ref0ff61bb85a48b0" /><Relationship Type="http://schemas.openxmlformats.org/officeDocument/2006/relationships/slide" Target="/ppt/slides/slide6.xml" Id="R73f02ea749fc4676" /><Relationship Type="http://schemas.openxmlformats.org/officeDocument/2006/relationships/slide" Target="/ppt/slides/slide7.xml" Id="R1f8763a403cd4260" /><Relationship Type="http://schemas.openxmlformats.org/officeDocument/2006/relationships/slide" Target="/ppt/slides/slide8.xml" Id="R3e2811595cec4618" /><Relationship Type="http://schemas.openxmlformats.org/officeDocument/2006/relationships/slide" Target="/ppt/slides/slide9.xml" Id="Rd84340b0f5424d36" /><Relationship Type="http://schemas.openxmlformats.org/officeDocument/2006/relationships/slide" Target="/ppt/slides/slide10.xml" Id="R1092e9e128a24ce4" /><Relationship Type="http://schemas.openxmlformats.org/officeDocument/2006/relationships/slide" Target="/ppt/slides/slide11.xml" Id="R9fde799c3799427e" /><Relationship Type="http://schemas.openxmlformats.org/officeDocument/2006/relationships/slide" Target="/ppt/slides/slide12.xml" Id="Rca21669be32648f5" /><Relationship Type="http://schemas.openxmlformats.org/officeDocument/2006/relationships/slide" Target="/ppt/slides/slide13.xml" Id="R82864d2b7b0d4bfe" /><Relationship Type="http://schemas.openxmlformats.org/officeDocument/2006/relationships/slide" Target="/ppt/slides/slide14.xml" Id="R61e9ef14b20545be" /><Relationship Type="http://schemas.openxmlformats.org/officeDocument/2006/relationships/slide" Target="/ppt/slides/slide15.xml" Id="R06682a8ed54344a2" /><Relationship Type="http://schemas.openxmlformats.org/officeDocument/2006/relationships/slide" Target="/ppt/slides/slide16.xml" Id="Ra3c0268a8dce47de" /><Relationship Type="http://schemas.openxmlformats.org/officeDocument/2006/relationships/slide" Target="/ppt/slides/slide17.xml" Id="R6fc3559740454c49" /><Relationship Type="http://schemas.openxmlformats.org/officeDocument/2006/relationships/slide" Target="/ppt/slides/slide18.xml" Id="Re7f1bd5cf71d4abb" /><Relationship Type="http://schemas.openxmlformats.org/officeDocument/2006/relationships/slide" Target="/ppt/slides/slide19.xml" Id="R1f833ca8f4b34c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2325c13b104c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914f6d70b54c92" /><Relationship Type="http://schemas.openxmlformats.org/officeDocument/2006/relationships/notesMaster" Target="/ppt/notesMasters/notesMaster1.xml" Id="Rab61aa65baea40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e5651b8f054d7a" /><Relationship Type="http://schemas.openxmlformats.org/officeDocument/2006/relationships/notesMaster" Target="/ppt/notesMasters/notesMaster1.xml" Id="R3d9bddecc8004d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2ec501ba64427c" /><Relationship Type="http://schemas.openxmlformats.org/officeDocument/2006/relationships/notesMaster" Target="/ppt/notesMasters/notesMaster1.xml" Id="Rc25e7e2f383749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12797fb00b467b" /><Relationship Type="http://schemas.openxmlformats.org/officeDocument/2006/relationships/notesMaster" Target="/ppt/notesMasters/notesMaster1.xml" Id="R8b77f79d8d4449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88f6efbc8b4a49" /><Relationship Type="http://schemas.openxmlformats.org/officeDocument/2006/relationships/notesMaster" Target="/ppt/notesMasters/notesMaster1.xml" Id="R38c576878c7745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0db9e649544d07" /><Relationship Type="http://schemas.openxmlformats.org/officeDocument/2006/relationships/notesMaster" Target="/ppt/notesMasters/notesMaster1.xml" Id="R96ec8d3b456b49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6f7246b9194d9f" /><Relationship Type="http://schemas.openxmlformats.org/officeDocument/2006/relationships/notesMaster" Target="/ppt/notesMasters/notesMaster1.xml" Id="R5a7547a039ac49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1f57b1add44dd3" /><Relationship Type="http://schemas.openxmlformats.org/officeDocument/2006/relationships/notesMaster" Target="/ppt/notesMasters/notesMaster1.xml" Id="R109d41d67ccd40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76798355d245b9" /><Relationship Type="http://schemas.openxmlformats.org/officeDocument/2006/relationships/notesMaster" Target="/ppt/notesMasters/notesMaster1.xml" Id="Rb4eae30986e3461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a07e55b475c452b" /><Relationship Type="http://schemas.openxmlformats.org/officeDocument/2006/relationships/notesMaster" Target="/ppt/notesMasters/notesMaster1.xml" Id="Rc2a0a8024a36477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bd992d2e6334238" /><Relationship Type="http://schemas.openxmlformats.org/officeDocument/2006/relationships/notesMaster" Target="/ppt/notesMasters/notesMaster1.xml" Id="R9be430fa1da0478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e2e73b2db9f46dd" /><Relationship Type="http://schemas.openxmlformats.org/officeDocument/2006/relationships/notesMaster" Target="/ppt/notesMasters/notesMaster1.xml" Id="R1d4bf0b2db8d4c9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64cc18407684617" /><Relationship Type="http://schemas.openxmlformats.org/officeDocument/2006/relationships/notesMaster" Target="/ppt/notesMasters/notesMaster1.xml" Id="R1cd1dcc13a5b436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0466eebae02428f" /><Relationship Type="http://schemas.openxmlformats.org/officeDocument/2006/relationships/notesMaster" Target="/ppt/notesMasters/notesMaster1.xml" Id="Ref0289b3b053448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1da182b10b14194" /><Relationship Type="http://schemas.openxmlformats.org/officeDocument/2006/relationships/notesMaster" Target="/ppt/notesMasters/notesMaster1.xml" Id="R13fd502245474e0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717a4c03f8c4b91" /><Relationship Type="http://schemas.openxmlformats.org/officeDocument/2006/relationships/notesMaster" Target="/ppt/notesMasters/notesMaster1.xml" Id="Rba55cac5de6f446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25714ce62dc4d5a" /><Relationship Type="http://schemas.openxmlformats.org/officeDocument/2006/relationships/notesMaster" Target="/ppt/notesMasters/notesMaster1.xml" Id="Rf6900c9e39a243d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c48ac6729a24070" /><Relationship Type="http://schemas.openxmlformats.org/officeDocument/2006/relationships/notesMaster" Target="/ppt/notesMasters/notesMaster1.xml" Id="Rea267fbb968e41b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8f5f4b1292b432d" /><Relationship Type="http://schemas.openxmlformats.org/officeDocument/2006/relationships/notesMaster" Target="/ppt/notesMasters/notesMaster1.xml" Id="R66bcfb2de8a746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時間：3 分鐘。展示本週完成畫面與學習範圍，先不解釋所有細節。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時間：7 分鐘。說明三段節奏、休息時間與課堂作品。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時間：8 分鐘。逐項說明可觀察的學習成果，請學生標記最不熟的一項。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時間：8 分鐘。搭配範例檔逐段講解；每改一個值就重新整理觀察差異。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時間：8 分鐘。搭配範例檔逐段講解；每改一個值就重新整理觀察差異。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時間：10 分鐘。搭配範例檔逐段講解；每改一個值就重新整理觀察差異。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時間：12 分鐘。搭配範例檔逐段講解；每改一個值就重新整理觀察差異。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時間：10 分鐘。搭配範例檔逐段講解；每改一個值就重新整理觀察差異。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時間：10 分鐘。搭配範例檔逐段講解；每改一個值就重新整理觀察差異。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時間：10 分鐘。讓學生先作答，再口頭解釋答案與判斷依據。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時間：8 分鐘。搭配範例檔逐段講解；每改一個值就重新整理觀察差異。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時間：10 分鐘。搭配範例檔逐段講解；每改一個值就重新整理觀察差異。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時間：10 分鐘。搭配範例檔逐段講解；每改一個值就重新整理觀察差異。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時間：12 分鐘。搭配範例檔逐段講解；每改一個值就重新整理觀察差異。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時間：10 分鐘。搭配範例檔逐段講解；每改一個值就重新整理觀察差異。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時間：10 分鐘。教師先示範前兩步，學生完成其餘步驟；巡視並記錄常見問題。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時間：10 分鐘。展示實際瀏覽器結果，請學生把程式碼規則對回畫面。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時間：10 分鐘。讓學生先作答，再口頭解釋答案與判斷依據。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 分鐘。搭配範例檔逐段講解；每改一個值就重新整理觀察差異。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5614f231ba43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16f90e31a5455c" /><Relationship Type="http://schemas.openxmlformats.org/officeDocument/2006/relationships/slideLayout" Target="/ppt/slideLayouts/slideLayout1.xml" Id="Re8e98e44862a4a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e98e44862a4a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2f839675440a2" /><Relationship Type="http://schemas.openxmlformats.org/officeDocument/2006/relationships/notesSlide" Target="/ppt/notesSlides/notesSlide1.xml" Id="R9086188d601248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ba457b9f404dcc" /><Relationship Type="http://schemas.openxmlformats.org/officeDocument/2006/relationships/notesSlide" Target="/ppt/notesSlides/notesSlide2.xml" Id="R8b9c031c1e3b4a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29870735f4161" /><Relationship Type="http://schemas.openxmlformats.org/officeDocument/2006/relationships/notesSlide" Target="/ppt/notesSlides/notesSlide3.xml" Id="R330cad8c80fb42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5edd7383d4430b" /><Relationship Type="http://schemas.openxmlformats.org/officeDocument/2006/relationships/notesSlide" Target="/ppt/notesSlides/notesSlide4.xml" Id="Rd7928e0b0a5f4f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d19fe37f6e4b0a" /><Relationship Type="http://schemas.openxmlformats.org/officeDocument/2006/relationships/notesSlide" Target="/ppt/notesSlides/notesSlide5.xml" Id="R260c4398fbe94e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bf34c6cb584f2a" /><Relationship Type="http://schemas.openxmlformats.org/officeDocument/2006/relationships/notesSlide" Target="/ppt/notesSlides/notesSlide6.xml" Id="Rd86014d42fdf4a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cbf436a8784021" /><Relationship Type="http://schemas.openxmlformats.org/officeDocument/2006/relationships/notesSlide" Target="/ppt/notesSlides/notesSlide7.xml" Id="R4c31d0cd7bf442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ea6c5cce5e4715" /><Relationship Type="http://schemas.openxmlformats.org/officeDocument/2006/relationships/notesSlide" Target="/ppt/notesSlides/notesSlide8.xml" Id="R9fc08701291247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b89aff26e4f2c" /><Relationship Type="http://schemas.openxmlformats.org/officeDocument/2006/relationships/notesSlide" Target="/ppt/notesSlides/notesSlide9.xml" Id="R381980fce4e34d7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3d21b5e624ed1" /><Relationship Type="http://schemas.openxmlformats.org/officeDocument/2006/relationships/notesSlide" Target="/ppt/notesSlides/notesSlide10.xml" Id="R58d71c2f0f734eb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a4433b8074fbd" /><Relationship Type="http://schemas.openxmlformats.org/officeDocument/2006/relationships/notesSlide" Target="/ppt/notesSlides/notesSlide11.xml" Id="R0b3a4765713741e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ed54627044d95" /><Relationship Type="http://schemas.openxmlformats.org/officeDocument/2006/relationships/notesSlide" Target="/ppt/notesSlides/notesSlide12.xml" Id="R2f2094b857a94ec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8f0191ebcc4489" /><Relationship Type="http://schemas.openxmlformats.org/officeDocument/2006/relationships/notesSlide" Target="/ppt/notesSlides/notesSlide13.xml" Id="R7b2afb84a43d4e5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b69367b474b21" /><Relationship Type="http://schemas.openxmlformats.org/officeDocument/2006/relationships/notesSlide" Target="/ppt/notesSlides/notesSlide14.xml" Id="Rd4f380a691264eb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4294d2a5814250" /><Relationship Type="http://schemas.openxmlformats.org/officeDocument/2006/relationships/notesSlide" Target="/ppt/notesSlides/notesSlide15.xml" Id="Rc9ba643407b044b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71ce2ab664fd6" /><Relationship Type="http://schemas.openxmlformats.org/officeDocument/2006/relationships/notesSlide" Target="/ppt/notesSlides/notesSlide16.xml" Id="R2d113d1387744c4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2ff53d28b944d0" /><Relationship Type="http://schemas.openxmlformats.org/officeDocument/2006/relationships/image" Target="/ppt/media/image.png" Id="R1f3910ca55e94dba" /><Relationship Type="http://schemas.openxmlformats.org/officeDocument/2006/relationships/notesSlide" Target="/ppt/notesSlides/notesSlide17.xml" Id="Ra1fce8a6eeae439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a758311674d15" /><Relationship Type="http://schemas.openxmlformats.org/officeDocument/2006/relationships/notesSlide" Target="/ppt/notesSlides/notesSlide18.xml" Id="Rb3bca770fdd343a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bbb1e90cc94d83" /><Relationship Type="http://schemas.openxmlformats.org/officeDocument/2006/relationships/notesSlide" Target="/ppt/notesSlides/notesSlide19.xml" Id="Rcde77cc7bc6a4a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3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6487F1-6128-4D56-8A00-2DA5E1BF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422A97-764F-4E5A-B9D5-4BB955B0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93C6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93C6D8"/>
                </a:solidFill>
                <a:latin typeface="Microsoft JhengHei"/>
                <a:ea typeface="Microsoft JhengHei"/>
                <a:cs typeface="Microsoft JhengHei"/>
              </a:rPr>
              <a:t>第八週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0CE9F5-AC60-4365-A6D1-5819F102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1047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JavaScript 基礎語法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004EBC-36FD-44C8-81A9-9BBB52F0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C8D7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C8D7E1"/>
                </a:solidFill>
                <a:latin typeface="Microsoft JhengHei"/>
                <a:ea typeface="Microsoft JhengHei"/>
                <a:cs typeface="Microsoft JhengHei"/>
              </a:rPr>
              <a:t>從資料與判斷，到函式、陣列與頁面互動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1279B6-C039-4732-AF5B-14860089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4000500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703B25-40F5-4988-87F9-B58C52F8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910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 小時｜說明 × 示範 × 實作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696D6B-BA28-4256-83CB-320A6283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4C3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4C3B7"/>
                </a:solidFill>
                <a:latin typeface="Microsoft JhengHei"/>
                <a:ea typeface="Microsoft JhengHei"/>
                <a:cs typeface="Microsoft JhengHei"/>
              </a:rPr>
              <a:t>延續同一個活動報名網站，逐步建立完整前端能力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D9CE0D-C171-4E23-B797-0BE0E6D6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第八週｜網頁程式設計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9041E0-F0A2-45A2-A9D5-8F871C8C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628007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7CA517-56F2-47F5-A060-2E7FA5FD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D5E4DD-6C1D-41F0-AA6C-56B169D7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三小時課程節奏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160EE-CE60-4907-8EDE-8636B110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9AF97D-4E3F-4ACB-B73F-B5CA78D3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第八週｜課程導覽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1E5500-D676-4BA5-8BD2-321790A6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172663-8C66-4665-9DF9-57D2390E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331470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AF1F36-89C9-4C19-963A-0CC652D0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33147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D7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88A096-4018-443E-A565-7FA4A9B7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764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E60475-D742-4630-BC0A-9BD6A6E7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00:00–01:20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9A55D3-4FCD-4A09-B9EF-03CF1F34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0"/>
            <a:ext cx="281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變數、型別、運算與條件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1EA7FD-B5A3-41AE-A3A8-624CC861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76400"/>
            <a:ext cx="331470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DC3A8D-4295-402E-80AD-4533756B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76400"/>
            <a:ext cx="33147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353307-50CE-4BD1-935F-A1477D50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764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D086D1-4CD2-4488-BBED-4D8518B7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241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01:20–01:30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699866-3FA0-47D8-A827-4C840BA5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38500"/>
            <a:ext cx="281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休息與 Console 挑戰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E89F3B-89FA-4B50-9120-41222A2B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76400"/>
            <a:ext cx="331470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30BB73-3B11-43FE-A3B9-60FF5075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76400"/>
            <a:ext cx="33147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C6DEED-0D47-4A99-889F-07B500B5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764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DE0A20-7354-45E1-9D09-B6105E23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241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01:30–03:00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A0E259-4DFD-4F01-B888-D9D9F6B1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38500"/>
            <a:ext cx="281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函式、陣列、迴圈與 DOM 事件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EF8DDE-4182-4C28-9D97-908DDBF0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每個概念都會立刻接一個可觀察、可修改的頁面練習。</a:t>
            </a:r>
          </a:p>
        </p:txBody>
      </p:sp>
    </p:spTree>
    <p:extLst>
      <p:ext uri="{BB962C8B-B14F-4D97-AF65-F5344CB8AC3E}">
        <p14:creationId xmlns:p14="http://schemas.microsoft.com/office/powerpoint/2010/main" val="7491411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4F022B-4786-4DF8-B54A-90194AC8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436A29-2811-4D41-ACCE-AD8541F0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本週學習目標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FFB664-CB76-4502-939B-27152996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C0DFDF-F38A-476A-A154-E745706F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第八週｜課程目標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43A0BC-8BA2-4AB2-98C9-13A3CEE3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A2DFDC-94C8-434B-80DB-CD7B44FE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6762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將 JavaScript 正確連接到 HTML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使用 const、let 與常見資料型別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撰寫條件判斷與函式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操作陣列並以迴圈處理資料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監聽按鈕事件並更新頁面內容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45EFE2-7D0B-4EC6-8AF7-D0EF5308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00200"/>
            <a:ext cx="3086100" cy="3048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D9EFE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C52697-37D2-471F-B18E-BB12E365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621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完成後，你能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4A7DFD-E791-4FF5-BBE5-8FC32EAE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71750"/>
            <a:ext cx="2095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看懂規則</a:t>
            </a:r>
          </a:p>
          <a:p xmlns:a="http://schemas.openxmlformats.org/drawingml/2006/main">
            <a:pPr algn="ctr">
              <a:defRPr sz="23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預測結果</a:t>
            </a:r>
          </a:p>
          <a:p xmlns:a="http://schemas.openxmlformats.org/drawingml/2006/main">
            <a:pPr algn="ctr">
              <a:defRPr sz="23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動手完成</a:t>
            </a:r>
          </a:p>
          <a:p xmlns:a="http://schemas.openxmlformats.org/drawingml/2006/main">
            <a:pPr algn="ctr">
              <a:defRPr sz="23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自己除錯</a:t>
            </a:r>
          </a:p>
        </p:txBody>
      </p:sp>
    </p:spTree>
    <p:extLst>
      <p:ext uri="{BB962C8B-B14F-4D97-AF65-F5344CB8AC3E}">
        <p14:creationId xmlns:p14="http://schemas.microsoft.com/office/powerpoint/2010/main" val="12530004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81A096-D370-4645-81E3-5AE4C5EE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35AF8B-3423-4D07-A99A-3848131F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HTML、CSS、JavaScript 各負責什麼？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8FF63A-2451-43DD-A2B7-290791FD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417C40-970C-4CC8-8B04-F7CCD13A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第八週｜核心概念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2345C1-C5C2-4E08-B931-81AF3505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EEE0BB-0BA9-41A7-A1C9-107965AB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5048250" cy="15049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65AB43-AC74-4581-8FC5-674FC178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14300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201D7D-8515-44C9-8865-08F51770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441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HTML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3A0EDD-7400-4588-A9BB-C10F28E4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441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內容與語意結構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E56844-3AB6-4016-87E3-EAEB6F6C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5048250" cy="15049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275149-3ABB-4644-A876-1C011993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114300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D7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48A3B-A954-428F-97C3-E75C9370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09750"/>
            <a:ext cx="441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CSS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59D3E8-F0C9-4623-A923-D87C066F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05050"/>
            <a:ext cx="441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外觀、排版與動畫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1F3E6D-85C4-4F39-9716-EEBEA219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5048250" cy="15049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D1E436-EBF9-4F9A-91E5-D31CBF05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14300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A2BC47-0967-4409-8BDA-DB68D5B3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95700"/>
            <a:ext cx="441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JavaScript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FF9B61-21DA-44DF-BA7C-59CD174E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441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資料、規則與互動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98947B-F224-474C-AA4F-3ECDC3EC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67100"/>
            <a:ext cx="5048250" cy="15049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5469EB-392C-443C-92D7-C9FBF791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67100"/>
            <a:ext cx="114300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D4FBEB-2F64-4284-8811-C944E1C5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95700"/>
            <a:ext cx="441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瀏覽器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11D792-F5AB-45AD-A990-0B04B0B5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91000"/>
            <a:ext cx="441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讀取三者並回應使用者</a:t>
            </a:r>
          </a:p>
        </p:txBody>
      </p:sp>
    </p:spTree>
    <p:extLst>
      <p:ext uri="{BB962C8B-B14F-4D97-AF65-F5344CB8AC3E}">
        <p14:creationId xmlns:p14="http://schemas.microsoft.com/office/powerpoint/2010/main" val="1851020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627CA1-3476-4BF0-AD3F-0603B5F3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8E4B0D-6641-46F6-9CAC-AB0FA7E7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先在 Console 與程式打招呼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C02798-6F89-4E21-AF81-0979ABAC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C83D58-BE03-448F-923D-4A670D13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第八週｜核心概念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9AC293-4DD4-4B72-8F06-BCFBEE80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94BE70-9E9E-4F6A-A71B-670EA176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6191250" cy="4191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0539ED-501D-4F04-B842-55A11CC9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60B70C-4178-4430-9407-A1E96748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27295D-C20D-4DEE-B153-427BA241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9214E8-0678-4671-8AE4-38AE0285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5734050" cy="360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console.log("Hello, JavaScript!");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// HTML 的 body 結尾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&lt;script src="script.js"&gt;&lt;/script&gt;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964CE8-9E9A-485D-B900-59C225C7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095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Console 適合觀察資料與錯誤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script 放在 body 結尾可先建立 HTML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外部檔案方便維護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5A9253-C1CC-40CC-A222-3511E219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53000"/>
            <a:ext cx="3619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DE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6D4D80-5B31-4681-AC57-3FA40997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95875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修改一個值，重新整理並觀察。</a:t>
            </a:r>
          </a:p>
        </p:txBody>
      </p:sp>
    </p:spTree>
    <p:extLst>
      <p:ext uri="{BB962C8B-B14F-4D97-AF65-F5344CB8AC3E}">
        <p14:creationId xmlns:p14="http://schemas.microsoft.com/office/powerpoint/2010/main" val="11226173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3FD6C9-3FE6-4AA1-ACC7-40E6090C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5BA4A-9A31-4F1D-93F5-E31EC90A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const 與 let 都用來保存資料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83C83A-40C1-439A-9F74-8017C5F3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CE8A3A-6BDF-4FEF-9312-A47C74F2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第八週｜核心概念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4BA3B5-1945-4AAA-B719-0BE9A267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C4026-0526-4793-B6D9-C5F0E68D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6191250" cy="4191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94F452-EF72-4C97-89DD-B5EF9B27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22507F-D16E-43E0-BB43-06FD0767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99B37B-DA11-4729-889A-39CD456D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EBDBC7-24B9-40D3-B0BC-3AED0ABF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5734050" cy="360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const eventName = "城市散步";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let seats = 8;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seats = seats - 1;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// eventName = "別的活動";  // 錯誤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A579B5-5640-4FAD-828D-33A6C5D3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095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預設優先使用 const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需要重新指定才使用 let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變數名稱表達資料意義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B64C29-D6D6-4E19-8458-E2BA57B1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53000"/>
            <a:ext cx="3619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DE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B91F33-58BD-498F-9F4A-941DDA80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95875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修改一個值，重新整理並觀察。</a:t>
            </a:r>
          </a:p>
        </p:txBody>
      </p:sp>
    </p:spTree>
    <p:extLst>
      <p:ext uri="{BB962C8B-B14F-4D97-AF65-F5344CB8AC3E}">
        <p14:creationId xmlns:p14="http://schemas.microsoft.com/office/powerpoint/2010/main" val="18185470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4273E6-149B-4D5E-A807-7E11F84B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9A0C47-5AD7-4341-81C2-D849A1CB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常見資料型別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4A71FC-E7D5-4EF3-AFE5-0420F9BD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FEF183-08E2-4735-9BD8-EDA140B7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第八週｜核心概念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91426A-1E63-4207-AE4B-BD8ABD6E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8A0EC3-92BD-40F2-B897-A0C84F7C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5048250" cy="15049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47771A-38F6-41D1-B347-523CE500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14300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987F3A-1BEF-4E27-A829-6DC1905E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441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String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ACD66B-C1B9-43C6-B843-4A43BD63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441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"城市散步"：文字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E1DCA1-7EF3-4AC1-B9DB-D3ED7F66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5048250" cy="15049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EE5215-6034-4FE0-81A1-1D7B13E2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114300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D7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53D79C-F0FE-40EA-87DD-A98461C4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09750"/>
            <a:ext cx="441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Number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8AB778-B0CC-4485-84D2-F346C9B1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05050"/>
            <a:ext cx="441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650、3.5：數值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AAD558-A6BA-4B2B-967E-41D9227F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5048250" cy="15049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8F2579-B409-4E57-8E79-B3C131C8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14300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BEA7E5-CBFF-48D0-A615-340619CD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95700"/>
            <a:ext cx="441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Boolean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C9632F-E0B3-4863-9956-8D7127B2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441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true／false：是否成立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C927D4-0BCE-41EB-B6EA-5D71569E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67100"/>
            <a:ext cx="5048250" cy="15049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0C6F4A-1D50-41DC-A721-2C3CFB42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67100"/>
            <a:ext cx="114300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5AB302-1E23-4843-9870-9C6F1DC3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95700"/>
            <a:ext cx="441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Array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E35586-4D19-430D-97BC-6CCBBEEC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91000"/>
            <a:ext cx="441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["台北", "台南"]：有順序的集合</a:t>
            </a:r>
          </a:p>
        </p:txBody>
      </p:sp>
    </p:spTree>
    <p:extLst>
      <p:ext uri="{BB962C8B-B14F-4D97-AF65-F5344CB8AC3E}">
        <p14:creationId xmlns:p14="http://schemas.microsoft.com/office/powerpoint/2010/main" val="5574574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5960D9-C0B3-47FE-84CF-C17DDB09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91AA4-B31B-42E3-8171-C0F12A78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運算後的型別會影響結果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47B850-181D-409A-B8A1-1A20E3F3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1B475D-2843-4119-AA10-A9683EA6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第八週｜核心概念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260D8E-B3FD-4F4B-8BB7-85168413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540BC9-324A-4F59-8B20-313457BC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6191250" cy="4191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C95528-65E7-4ABF-B994-997CBB6A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E64C1B-E4B2-4C62-9CE3-F9513F86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E3D6A9-A7FF-437E-81DC-53F5DF08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5270A9-6F5E-4F09-9A08-5FC270C6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5734050" cy="360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const price = 650;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const quantity = 3;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const total = price * quantity; // 1950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Number("3")   //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"650" + 3    // "6503"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E156E7-4238-4E5E-BFBE-26C5C44C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095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表單輸入值通常是字串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計算前用 Number() 轉型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=== 同時比較值與型別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362EBB-896B-4547-88E4-C9C1C0A0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53000"/>
            <a:ext cx="3619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DE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04E9A6-E5BB-44FC-B2C2-229DC876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95875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修改一個值，重新整理並觀察。</a:t>
            </a:r>
          </a:p>
        </p:txBody>
      </p:sp>
    </p:spTree>
    <p:extLst>
      <p:ext uri="{BB962C8B-B14F-4D97-AF65-F5344CB8AC3E}">
        <p14:creationId xmlns:p14="http://schemas.microsoft.com/office/powerpoint/2010/main" val="16335463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374720-98DE-4BD1-B53A-B7DBC530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8C4573-BC34-4F4F-A619-3421A678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if / else 根據條件選擇路徑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3B2B4C-CFBA-4FD2-A823-599D543A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A30194-6C0C-4A8F-B8E1-B846DC98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第八週｜核心概念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F15F59-091E-4022-9792-2B245878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BD735B-AC2C-4FDD-B2DB-05A4FF6A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6191250" cy="4191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D261F2-DD82-4E1F-8D48-BF277C78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9DFDC5-7235-493A-BBB2-5810B295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0D4E82-E992-4E10-8EF9-8003E924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EA1BF2-5DC9-4F31-80AD-DBAB70A1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5734050" cy="360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if (quantity &gt;= 4) {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console.log("團體優惠");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} else if (quantity &gt;= 1) {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console.log("一般價格");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} else {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console.log("請輸入有效人數");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9191FA-14A7-436D-8F63-F4D04D8C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095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條件必須能判斷為真或假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由上而下，命中後停止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先處理邊界與無效輸入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4B81DF-E9AF-41C0-8B84-146EB4A2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53000"/>
            <a:ext cx="3619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DE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8869C9-D6CB-4962-9A28-FD2C4D44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95875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修改一個值，重新整理並觀察。</a:t>
            </a:r>
          </a:p>
        </p:txBody>
      </p:sp>
    </p:spTree>
    <p:extLst>
      <p:ext uri="{BB962C8B-B14F-4D97-AF65-F5344CB8AC3E}">
        <p14:creationId xmlns:p14="http://schemas.microsoft.com/office/powerpoint/2010/main" val="9646481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44E5C9-3808-40B1-A9C7-1A364212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94F185-0ABA-4DA1-9444-7BA50A70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休息前檢核：預測 Console 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88FC44-1CAB-4CC9-AD6C-D03E06D4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3A33F2-4080-439C-BF48-19B56545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第八週｜快速檢核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7BB8A-35C9-48D7-A5AF-7F2A7861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0F7EDA-6C25-426C-A452-37A443F2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4762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2771FA-70CF-4772-9766-C910025D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32DB05-EAAA-42B4-83C8-F67670EE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66900"/>
            <a:ext cx="3733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const 與 let 何時使用？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FEB9AE-3DB3-4967-A0EB-E6B74FAD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4762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C4F0CF-C1EF-4DB8-92F5-425F6B7E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66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CDE4CC-94A2-4449-91AD-FAA9D7E8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66900"/>
            <a:ext cx="3733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Number("5") + 2 的結果？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22EB1C-A05C-47A4-BE03-F973FE5A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4762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3A4B3F-387E-46ED-A59D-D4ECC146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64AEB2-17CF-4A5E-AC31-5668F671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67100"/>
            <a:ext cx="3733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"5" === 5 是 true 還是 false？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F37882-2A0E-45BF-975E-1FF94C30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673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先獨立思考，再和旁邊同學用一句話互相解釋。</a:t>
            </a:r>
          </a:p>
        </p:txBody>
      </p:sp>
    </p:spTree>
    <p:extLst>
      <p:ext uri="{BB962C8B-B14F-4D97-AF65-F5344CB8AC3E}">
        <p14:creationId xmlns:p14="http://schemas.microsoft.com/office/powerpoint/2010/main" val="19187833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9790D2-185D-4332-A4A4-B9B017E0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E83BFA-6256-48D6-BCDF-01746100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函式把可重複的步驟命名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61A342-E4E6-4DA3-A646-C3BE12EA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7A7E77-B90D-4A4B-AFD7-E7F0E9EF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第八週｜核心概念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743FAB-CF2F-4664-8E24-D798A7F1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843008-9283-4FCF-AF58-C71DBA3A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6191250" cy="4191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2C6FA5-57DC-4209-8BE1-1281092E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FE67B9-F194-4BDB-8A5C-FFBE9B13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C35621-05D8-4CE0-9C26-7F6A5C8A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BBCBEE-E298-4EE3-B2D9-EB7D1B2B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5734050" cy="360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function calculateTotal(price, quantity) {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return price * quantity;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const total = calculateTotal(520, 3);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console.log(total); // 1560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BB7A17-FF03-4B29-B410-BE6FEF01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095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參數是函式接收的資料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return 把結果送回呼叫處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函式名稱用動詞描述工作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689ABB-DF16-454F-AA30-B0DA6770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53000"/>
            <a:ext cx="3619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DE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8C79E4-5D81-4AC2-A3C7-1E29568D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95875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修改一個值，重新整理並觀察。</a:t>
            </a:r>
          </a:p>
        </p:txBody>
      </p:sp>
    </p:spTree>
    <p:extLst>
      <p:ext uri="{BB962C8B-B14F-4D97-AF65-F5344CB8AC3E}">
        <p14:creationId xmlns:p14="http://schemas.microsoft.com/office/powerpoint/2010/main" val="12765813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47FE06-A360-46E1-88BB-A43074D4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33F37B-3AD3-4EA7-BF6D-72E4177A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陣列保存一組同類資料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95CEE6-3191-4E96-814F-10A8EDBA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21B9C4-093F-43CE-9ABB-21C38939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第八週｜核心概念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823A9D-F4EF-4B48-A4EF-C2A8281A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3F9348-98EB-40D2-9003-06ED46B5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6191250" cy="4191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75E581-C8E2-4491-9FC8-6F4C3051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FB62B5-2D81-4ABC-8FE3-D85B85D0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E2016B-1787-48B1-B191-ACBD4282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DEAD87-910B-40D9-9EED-FCA353B0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5734050" cy="360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const routes = ["大稻埕", "城南", "河岸"];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routes[0];          // "大稻埕"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routes.length;      // 3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routes.push("港邊");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F6F432-989D-4782-9AF4-A219E32D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095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索引從 0 開始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length 是項目數量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push 在尾端加入項目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9A428C-D1CB-4F04-A686-276064C7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53000"/>
            <a:ext cx="3619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DE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8F5FDF-D73B-4FF7-A1B9-2C59BC4C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95875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修改一個值，重新整理並觀察。</a:t>
            </a:r>
          </a:p>
        </p:txBody>
      </p:sp>
    </p:spTree>
    <p:extLst>
      <p:ext uri="{BB962C8B-B14F-4D97-AF65-F5344CB8AC3E}">
        <p14:creationId xmlns:p14="http://schemas.microsoft.com/office/powerpoint/2010/main" val="7538647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8A194C-111A-4163-876B-3208A920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CC6D87-57DA-463F-8D82-1BC07B54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迴圈對每一筆資料做相同工作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AA85D-D697-4BAE-9EBC-CF23EDDE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1215DF-FAB8-4173-9C0C-B7DE7A18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第八週｜核心概念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D5C25E-F0B6-481B-8F06-4958B10A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5D1458-9EE3-4156-AEF2-9DF8E2E0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6191250" cy="4191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8BACB3-88CA-42AD-9F9A-BC40EE41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157FF8-7297-4D11-A717-79095679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845A6D-7600-4FF1-971B-745843D8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433ECA-FF49-497C-BE8F-91067712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5734050" cy="360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const prices = [650, 520, 800];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let sum = 0;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for (const price of prices) {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sum = sum + price;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console.log(sum);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238D9B-8E94-43F0-ACB6-92446795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095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for...of 直接取得每個值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每次迭代更新 sum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留意起始值與停止條件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17B81E-55EA-423E-8762-75E0CC81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53000"/>
            <a:ext cx="3619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DE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2A9911-10AA-4E09-9E72-32CCDD09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95875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修改一個值，重新整理並觀察。</a:t>
            </a:r>
          </a:p>
        </p:txBody>
      </p:sp>
    </p:spTree>
    <p:extLst>
      <p:ext uri="{BB962C8B-B14F-4D97-AF65-F5344CB8AC3E}">
        <p14:creationId xmlns:p14="http://schemas.microsoft.com/office/powerpoint/2010/main" val="205992478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BFA55F-6AAF-4859-92F5-F1F62BDE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FED809-798F-4D57-AA55-2AC3C409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DOM：JavaScript 看到的頁面物件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E1AEB1-B339-422E-BDB8-4A918A66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F240DB-F27C-4741-B7FC-68FAA7DD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第八週｜核心概念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010B5-E755-43E7-8A8C-E76564CB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6A35EF-E31A-4F40-A9D0-29A39A8A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6191250" cy="4191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813D86-72F4-48AA-98F6-2B310BEF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E9C24D-15D3-4A08-AD4F-747A9F3E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157D81-5301-4188-AB41-F5EC25B0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81EFBA-9790-49BE-B7EF-71F1EA22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5734050" cy="360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const quantityInput =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document.querySelector("#quantity");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const resultBox =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document.querySelector("#result");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resultBox.textContent = "總金額：$650";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01C8EC-8833-4A99-A7DF-4A9E4AC5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095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querySelector 用 CSS 選擇器找元素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找不到會得到 null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textContent 更新純文字內容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C519AC-98F2-408B-A617-77398FCC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53000"/>
            <a:ext cx="3619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DE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958054-137A-4FC5-AD61-418F0B40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95875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修改一個值，重新整理並觀察。</a:t>
            </a:r>
          </a:p>
        </p:txBody>
      </p:sp>
    </p:spTree>
    <p:extLst>
      <p:ext uri="{BB962C8B-B14F-4D97-AF65-F5344CB8AC3E}">
        <p14:creationId xmlns:p14="http://schemas.microsoft.com/office/powerpoint/2010/main" val="168024560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86509D-D452-4004-96FD-5F18C3F4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DF6BA8-FC57-4F4A-A0F1-04F7179B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事件：使用者做了什麼？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B5E8EC-6098-4142-9EF0-BE8B0F75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CB277C-FA1A-4885-A096-FE0377A6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第八週｜核心概念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B70E48-CC2E-4A11-A77D-07754032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E4ECCF-E80B-4048-9B87-87806027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6191250" cy="4191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A01A16-4A6A-4370-9268-FFC2B68A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241CC2-5737-4B93-9A15-5CDB4869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6DD49B-08B4-435A-ACC3-41B91676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61287C-602C-49F8-8285-A96A4D20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5734050" cy="360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button.addEventListener("click", function () {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const price = Number(ticket.value);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const quantity = Number(input.value);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const total = calculateTotal(price, quantity);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result.textContent = `總金額：$${total}`;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});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4CC745-C61D-43B3-B565-9CB802F7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095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click 發生時才執行函式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讀取表單值後先轉型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計算結果再更新 DOM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BF5682-95E7-4816-AB90-2742961A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53000"/>
            <a:ext cx="3619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DE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F232BC-DD47-44D1-AEAD-57C452EF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95875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修改一個值，重新整理並觀察。</a:t>
            </a:r>
          </a:p>
        </p:txBody>
      </p:sp>
    </p:spTree>
    <p:extLst>
      <p:ext uri="{BB962C8B-B14F-4D97-AF65-F5344CB8AC3E}">
        <p14:creationId xmlns:p14="http://schemas.microsoft.com/office/powerpoint/2010/main" val="8891832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0F83FC-FACA-4E51-BB9A-571F098D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DFD531-20B3-4961-BA62-16C53E86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整合實作：活動費用試算器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090F00-8240-4B6F-9D16-1741B69E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732E9E-B4D1-4CFA-AC9E-86E1FFA29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第八週｜課堂實作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4F812B-7491-4DAF-81E0-F16C040F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10FFD4-F207-4E4B-83B6-E83BA690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任務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B75CF4-832B-401F-A6BD-024CB300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D7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8E7177-F83A-4E9F-B110-15BDE9C9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D52D19-D86C-478F-9BBC-D806821D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764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用 querySelector 取得票種、人數、按鈕、結果區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3FF355-FDBF-4CC6-B972-F5621D39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D7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B132A1-90D7-4F77-8B8D-30A57D5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F50FD6-1F32-48B2-80E9-99D9A406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7622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建立 calculateTotal 函式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F51892-C511-4149-B554-6627206E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D7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30475A-9685-4F11-BEB2-C8EC35D9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47093C-5461-4423-B4C4-1B7098A0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480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監聽按鈕 click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D69C4C-C9F3-4126-B0FF-7469777E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D7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ADA153-3A9A-48D0-A666-458B1AF7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121486-5A0C-47D5-934D-A8C1962D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1338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將輸入值轉成 Number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5E03C2-BEB1-4AA6-BDDA-E23D2BCF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15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1E5F51-33A0-4CF7-B78C-F5081631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6D1478-64B3-483D-AA47-7D59147B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196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以 textContent 顯示總金額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1A18B3-0051-4394-8458-E3B11FA2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48300"/>
            <a:ext cx="10668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9EFE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12CD1F-69F2-4001-AE02-1DC2F7CA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007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測試 1 人、3 人與無效數值，觀察 Console。</a:t>
            </a:r>
          </a:p>
        </p:txBody>
      </p:sp>
    </p:spTree>
    <p:extLst>
      <p:ext uri="{BB962C8B-B14F-4D97-AF65-F5344CB8AC3E}">
        <p14:creationId xmlns:p14="http://schemas.microsoft.com/office/powerpoint/2010/main" val="154392357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93E180-BDAC-482F-97D8-07C15B0C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7C129-4138-4550-9ECD-EB125029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完成畫面：JavaScript 更新結果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F81D23-F2A6-44B3-9845-24ED30D6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DDDDCA-5F3F-42B2-95F3-0A804A01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第八週｜核心概念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251F6C-5DD2-440F-ADE3-5A605686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3910ca55e94dba"/>
          <a:stretch xmlns:a="http://schemas.openxmlformats.org/drawingml/2006/main"/>
        </p:blipFill>
        <p:spPr>
          <a:xfrm xmlns:a="http://schemas.openxmlformats.org/drawingml/2006/main">
            <a:off x="2243667" y="1428750"/>
            <a:ext cx="7704667" cy="4333875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594832-BA96-400F-B95D-7B9F7D39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05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對照範例檔，指出今天新增的規則與畫面效果。</a:t>
            </a:r>
          </a:p>
        </p:txBody>
      </p:sp>
    </p:spTree>
    <p:extLst>
      <p:ext uri="{BB962C8B-B14F-4D97-AF65-F5344CB8AC3E}">
        <p14:creationId xmlns:p14="http://schemas.microsoft.com/office/powerpoint/2010/main" val="162418597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633B6C-0A2F-47DA-A8DB-968FD1A9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FF0FA1-BB82-462D-9ECE-2570EE5A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快速檢核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7997EF-B688-4C60-B1F6-6EE5D7F5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012116-85C1-4066-A6D5-0A400BBA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第八週｜快速檢核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CDCF12-C2FB-454E-BC7C-AAF54E5A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A2213F-93FD-4240-8D07-A979F82A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4762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566D2D-885A-4226-A003-615C71EC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749F44-8A78-44EB-8A2F-B0B5B72C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66900"/>
            <a:ext cx="3733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表單 value 通常是什麼型別？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6D68D-816E-48E1-A37C-764823C8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4762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8CA8E1-8677-4221-AF7C-28EACD60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66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A3DD9E-105D-437D-A58D-5F2C2F80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66900"/>
            <a:ext cx="3733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函式如何把結果送回呼叫處？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E17687-DCB6-4A3B-AC13-0886F2C5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4762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20DCF1-89DE-436D-BF6E-7C395F3F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5441F5-9E5C-4AAA-92CC-FF5A2FB9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67100"/>
            <a:ext cx="3733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陣列第一筆資料的索引是多少？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56595D-EA52-41DD-80B9-CAA96FBC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76600"/>
            <a:ext cx="4762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C4B5DA-E8B9-4F21-AFF2-047EDEFF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671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C58372-C79D-4878-B86D-EF4661D1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67100"/>
            <a:ext cx="3733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addEventListener 的兩個主要參數是什麼？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016ED3-A779-49B5-96ED-4E1FBA1C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673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先獨立思考，再和旁邊同學用一句話互相解釋。</a:t>
            </a:r>
          </a:p>
        </p:txBody>
      </p:sp>
    </p:spTree>
    <p:extLst>
      <p:ext uri="{BB962C8B-B14F-4D97-AF65-F5344CB8AC3E}">
        <p14:creationId xmlns:p14="http://schemas.microsoft.com/office/powerpoint/2010/main" val="166953593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FDA0EF-21F3-46D2-AFBD-A7F60011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87DE19-C569-430C-AA31-038BBD4D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課後作業：報名費試算器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71BF9D-F824-4DBA-9F25-5F4DCA51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98C097-4C15-4816-B51E-E0ED895F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第八週｜課後延伸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8F509C-8BF5-48B2-8794-2A060368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190167-ED2C-482C-97C2-5EB7D1ED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必要條件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BAD995-8D6D-4167-98BE-3DE37065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6762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至少兩種票價與人數輸入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獨立的計算函式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click 事件監聽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無效人數顯示提示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畫面上顯示總金額，不只 console.log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E3607E-F1F6-45EF-9B34-2B01DAA1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57350"/>
            <a:ext cx="314325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0E332F-2638-431A-A3B4-198D8C1D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38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繳交內容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FE1FFA-58AF-4F7B-B7EA-2C321EFA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4320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繳交 index.html、style.css、script.js 與操作截圖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127991-5B0C-456F-AF07-8E826CE9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673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先完成可運作版本，再加入自己的文字、色彩與內容。</a:t>
            </a:r>
          </a:p>
        </p:txBody>
      </p:sp>
    </p:spTree>
    <p:extLst>
      <p:ext uri="{BB962C8B-B14F-4D97-AF65-F5344CB8AC3E}">
        <p14:creationId xmlns:p14="http://schemas.microsoft.com/office/powerpoint/2010/main" val="21000176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2026-09-18T16:40:21.8880000Z</dcterms:created>
  <dcterms:modified xsi:type="dcterms:W3CDTF">2026-09-18T16:40:21.8880000Z</dcterms:modified>
</coreProperties>
</file>