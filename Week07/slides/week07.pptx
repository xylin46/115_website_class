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2af93fab8b46cb" /><Relationship Type="http://schemas.openxmlformats.org/officeDocument/2006/relationships/extended-properties" Target="/docProps/app.xml" Id="R80d97dfb403949bc" /><Relationship Type="http://schemas.openxmlformats.org/officeDocument/2006/relationships/officeDocument" Target="/ppt/presentation.xml" Id="Rb7743728431a4b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bedb0e2bc54422"/>
  </p:sldMasterIdLst>
  <p:notesMasterIdLst>
    <p:notesMasterId xmlns:r="http://schemas.openxmlformats.org/officeDocument/2006/relationships" r:id="Ra602e878f8ae4e97"/>
  </p:notesMasterIdLst>
  <p:sldIdLst>
    <p:sldId xmlns:r="http://schemas.openxmlformats.org/officeDocument/2006/relationships" id="256" r:id="R93f08bc2604e4124"/>
    <p:sldId xmlns:r="http://schemas.openxmlformats.org/officeDocument/2006/relationships" id="257" r:id="R366a4c77367c48e9"/>
    <p:sldId xmlns:r="http://schemas.openxmlformats.org/officeDocument/2006/relationships" id="258" r:id="R773421b8d8554339"/>
    <p:sldId xmlns:r="http://schemas.openxmlformats.org/officeDocument/2006/relationships" id="259" r:id="Reacf5182ef084cc3"/>
    <p:sldId xmlns:r="http://schemas.openxmlformats.org/officeDocument/2006/relationships" id="260" r:id="Rabfe98323d5e4f2e"/>
    <p:sldId xmlns:r="http://schemas.openxmlformats.org/officeDocument/2006/relationships" id="261" r:id="R4aab6105ff9f4123"/>
    <p:sldId xmlns:r="http://schemas.openxmlformats.org/officeDocument/2006/relationships" id="262" r:id="R8e8772b1901b4b45"/>
    <p:sldId xmlns:r="http://schemas.openxmlformats.org/officeDocument/2006/relationships" id="263" r:id="R2c1878545e0d47a0"/>
    <p:sldId xmlns:r="http://schemas.openxmlformats.org/officeDocument/2006/relationships" id="264" r:id="Rafa4f22fa7544021"/>
    <p:sldId xmlns:r="http://schemas.openxmlformats.org/officeDocument/2006/relationships" id="265" r:id="R7e13bf45b9fe4cc3"/>
    <p:sldId xmlns:r="http://schemas.openxmlformats.org/officeDocument/2006/relationships" id="266" r:id="Rdd8c3ba24c8f4a09"/>
    <p:sldId xmlns:r="http://schemas.openxmlformats.org/officeDocument/2006/relationships" id="267" r:id="R03ce6ba3a3104ae3"/>
    <p:sldId xmlns:r="http://schemas.openxmlformats.org/officeDocument/2006/relationships" id="268" r:id="R5a1fa9e6e80a4301"/>
    <p:sldId xmlns:r="http://schemas.openxmlformats.org/officeDocument/2006/relationships" id="269" r:id="Rbb75c94b57bc466a"/>
    <p:sldId xmlns:r="http://schemas.openxmlformats.org/officeDocument/2006/relationships" id="270" r:id="Rf93ba5fd29974d28"/>
    <p:sldId xmlns:r="http://schemas.openxmlformats.org/officeDocument/2006/relationships" id="271" r:id="Rc1e526fdc6534982"/>
    <p:sldId xmlns:r="http://schemas.openxmlformats.org/officeDocument/2006/relationships" id="272" r:id="R9e49cdf889bf4492"/>
    <p:sldId xmlns:r="http://schemas.openxmlformats.org/officeDocument/2006/relationships" id="273" r:id="R907a344de07c4c6c"/>
    <p:sldId xmlns:r="http://schemas.openxmlformats.org/officeDocument/2006/relationships" id="274" r:id="R18367a79d22940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a6d7396a434bf7" /><Relationship Type="http://schemas.openxmlformats.org/officeDocument/2006/relationships/slideMaster" Target="/ppt/slideMasters/slideMaster1.xml" Id="R25bedb0e2bc54422" /><Relationship Type="http://schemas.openxmlformats.org/officeDocument/2006/relationships/notesMaster" Target="/ppt/notesMasters/notesMaster1.xml" Id="Ra602e878f8ae4e97" /><Relationship Type="http://schemas.openxmlformats.org/officeDocument/2006/relationships/presProps" Target="/ppt/presProps.xml" Id="Radb1995e05b84484" /><Relationship Type="http://schemas.openxmlformats.org/officeDocument/2006/relationships/tableStyles" Target="/ppt/tableStyles.xml" Id="R669c5cb182a4475b" /><Relationship Type="http://schemas.openxmlformats.org/officeDocument/2006/relationships/slide" Target="/ppt/slides/slide1.xml" Id="R93f08bc2604e4124" /><Relationship Type="http://schemas.openxmlformats.org/officeDocument/2006/relationships/slide" Target="/ppt/slides/slide2.xml" Id="R366a4c77367c48e9" /><Relationship Type="http://schemas.openxmlformats.org/officeDocument/2006/relationships/slide" Target="/ppt/slides/slide3.xml" Id="R773421b8d8554339" /><Relationship Type="http://schemas.openxmlformats.org/officeDocument/2006/relationships/slide" Target="/ppt/slides/slide4.xml" Id="Reacf5182ef084cc3" /><Relationship Type="http://schemas.openxmlformats.org/officeDocument/2006/relationships/slide" Target="/ppt/slides/slide5.xml" Id="Rabfe98323d5e4f2e" /><Relationship Type="http://schemas.openxmlformats.org/officeDocument/2006/relationships/slide" Target="/ppt/slides/slide6.xml" Id="R4aab6105ff9f4123" /><Relationship Type="http://schemas.openxmlformats.org/officeDocument/2006/relationships/slide" Target="/ppt/slides/slide7.xml" Id="R8e8772b1901b4b45" /><Relationship Type="http://schemas.openxmlformats.org/officeDocument/2006/relationships/slide" Target="/ppt/slides/slide8.xml" Id="R2c1878545e0d47a0" /><Relationship Type="http://schemas.openxmlformats.org/officeDocument/2006/relationships/slide" Target="/ppt/slides/slide9.xml" Id="Rafa4f22fa7544021" /><Relationship Type="http://schemas.openxmlformats.org/officeDocument/2006/relationships/slide" Target="/ppt/slides/slide10.xml" Id="R7e13bf45b9fe4cc3" /><Relationship Type="http://schemas.openxmlformats.org/officeDocument/2006/relationships/slide" Target="/ppt/slides/slide11.xml" Id="Rdd8c3ba24c8f4a09" /><Relationship Type="http://schemas.openxmlformats.org/officeDocument/2006/relationships/slide" Target="/ppt/slides/slide12.xml" Id="R03ce6ba3a3104ae3" /><Relationship Type="http://schemas.openxmlformats.org/officeDocument/2006/relationships/slide" Target="/ppt/slides/slide13.xml" Id="R5a1fa9e6e80a4301" /><Relationship Type="http://schemas.openxmlformats.org/officeDocument/2006/relationships/slide" Target="/ppt/slides/slide14.xml" Id="Rbb75c94b57bc466a" /><Relationship Type="http://schemas.openxmlformats.org/officeDocument/2006/relationships/slide" Target="/ppt/slides/slide15.xml" Id="Rf93ba5fd29974d28" /><Relationship Type="http://schemas.openxmlformats.org/officeDocument/2006/relationships/slide" Target="/ppt/slides/slide16.xml" Id="Rc1e526fdc6534982" /><Relationship Type="http://schemas.openxmlformats.org/officeDocument/2006/relationships/slide" Target="/ppt/slides/slide17.xml" Id="R9e49cdf889bf4492" /><Relationship Type="http://schemas.openxmlformats.org/officeDocument/2006/relationships/slide" Target="/ppt/slides/slide18.xml" Id="R907a344de07c4c6c" /><Relationship Type="http://schemas.openxmlformats.org/officeDocument/2006/relationships/slide" Target="/ppt/slides/slide19.xml" Id="R18367a79d22940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17560eb8fd43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052011171243db" /><Relationship Type="http://schemas.openxmlformats.org/officeDocument/2006/relationships/notesMaster" Target="/ppt/notesMasters/notesMaster1.xml" Id="Rea2ffc876af44e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8392677192428f" /><Relationship Type="http://schemas.openxmlformats.org/officeDocument/2006/relationships/notesMaster" Target="/ppt/notesMasters/notesMaster1.xml" Id="Re2bb7992f73846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501c870dd14165" /><Relationship Type="http://schemas.openxmlformats.org/officeDocument/2006/relationships/notesMaster" Target="/ppt/notesMasters/notesMaster1.xml" Id="Rdc77cfaaafb64f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e52235b1524347" /><Relationship Type="http://schemas.openxmlformats.org/officeDocument/2006/relationships/notesMaster" Target="/ppt/notesMasters/notesMaster1.xml" Id="Rb3fc15b96b2c4e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8c989c70104ded" /><Relationship Type="http://schemas.openxmlformats.org/officeDocument/2006/relationships/notesMaster" Target="/ppt/notesMasters/notesMaster1.xml" Id="R1ee7162df6e443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84a9cea1e046e8" /><Relationship Type="http://schemas.openxmlformats.org/officeDocument/2006/relationships/notesMaster" Target="/ppt/notesMasters/notesMaster1.xml" Id="R3df8ecba02e14d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0ee66450ec42e7" /><Relationship Type="http://schemas.openxmlformats.org/officeDocument/2006/relationships/notesMaster" Target="/ppt/notesMasters/notesMaster1.xml" Id="Rf3fc7376d3a84b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bb10b7b4f0461e" /><Relationship Type="http://schemas.openxmlformats.org/officeDocument/2006/relationships/notesMaster" Target="/ppt/notesMasters/notesMaster1.xml" Id="R07234aaf7b3942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171921a2ea4c60" /><Relationship Type="http://schemas.openxmlformats.org/officeDocument/2006/relationships/notesMaster" Target="/ppt/notesMasters/notesMaster1.xml" Id="Re5cb97ef549245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f99f00172f4870" /><Relationship Type="http://schemas.openxmlformats.org/officeDocument/2006/relationships/notesMaster" Target="/ppt/notesMasters/notesMaster1.xml" Id="R373d074bc63a46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5964250b404747" /><Relationship Type="http://schemas.openxmlformats.org/officeDocument/2006/relationships/notesMaster" Target="/ppt/notesMasters/notesMaster1.xml" Id="R8cbeebec53ff4a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aef0a2e6de4102" /><Relationship Type="http://schemas.openxmlformats.org/officeDocument/2006/relationships/notesMaster" Target="/ppt/notesMasters/notesMaster1.xml" Id="R6cf8a12b7a3448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28a50bbabb4255" /><Relationship Type="http://schemas.openxmlformats.org/officeDocument/2006/relationships/notesMaster" Target="/ppt/notesMasters/notesMaster1.xml" Id="R2a707905db514c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72be255f4c444b" /><Relationship Type="http://schemas.openxmlformats.org/officeDocument/2006/relationships/notesMaster" Target="/ppt/notesMasters/notesMaster1.xml" Id="Rc73247f46a6847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6f5b45d0a046b7" /><Relationship Type="http://schemas.openxmlformats.org/officeDocument/2006/relationships/notesMaster" Target="/ppt/notesMasters/notesMaster1.xml" Id="R6535edbaed5745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5fca6a6e294a3c" /><Relationship Type="http://schemas.openxmlformats.org/officeDocument/2006/relationships/notesMaster" Target="/ppt/notesMasters/notesMaster1.xml" Id="R60a0ded9aa4f48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1c13d8af694cb4" /><Relationship Type="http://schemas.openxmlformats.org/officeDocument/2006/relationships/notesMaster" Target="/ppt/notesMasters/notesMaster1.xml" Id="R3e314a1b41c940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c5ffb8b7f34ae6" /><Relationship Type="http://schemas.openxmlformats.org/officeDocument/2006/relationships/notesMaster" Target="/ppt/notesMasters/notesMaster1.xml" Id="R5a2a9b67e8fc47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e4a20aac18c4fb6" /><Relationship Type="http://schemas.openxmlformats.org/officeDocument/2006/relationships/notesMaster" Target="/ppt/notesMasters/notesMaster1.xml" Id="R2fa61f2f265f41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時間：3 分鐘。展示本週完成畫面與學習範圍，先不解釋所有細節。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時間：7 分鐘。說明三段節奏、休息時間與課堂作品。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分鐘。逐項說明可觀察的學習成果，請學生標記最不熟的一項。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時間：12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分鐘。教師先示範前兩步，學生完成其餘步驟；巡視並記錄常見問題。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分鐘。讓學生先作答，再口頭解釋答案與判斷依據。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分鐘。展示實際瀏覽器結果，請學生把程式碼規則對回畫面。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時間：12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分鐘。教師先示範前兩步，學生完成其餘步驟；巡視並記錄常見問題。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分鐘。展示實際瀏覽器結果，請學生把程式碼規則對回畫面。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分鐘。讓學生先作答，再口頭解釋答案與判斷依據。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654ff451046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ddd1b5cf1945b7" /><Relationship Type="http://schemas.openxmlformats.org/officeDocument/2006/relationships/slideLayout" Target="/ppt/slideLayouts/slideLayout1.xml" Id="R8cf2ac3108e047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f2ac3108e047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d983b92f34952" /><Relationship Type="http://schemas.openxmlformats.org/officeDocument/2006/relationships/notesSlide" Target="/ppt/notesSlides/notesSlide1.xml" Id="Re0c86046228744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6aa621a8d4e7c" /><Relationship Type="http://schemas.openxmlformats.org/officeDocument/2006/relationships/notesSlide" Target="/ppt/notesSlides/notesSlide2.xml" Id="R6ec11866fc6240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7e780e7454276" /><Relationship Type="http://schemas.openxmlformats.org/officeDocument/2006/relationships/notesSlide" Target="/ppt/notesSlides/notesSlide3.xml" Id="Raaa8007d023249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d396e67af45f9" /><Relationship Type="http://schemas.openxmlformats.org/officeDocument/2006/relationships/notesSlide" Target="/ppt/notesSlides/notesSlide4.xml" Id="R682476c6899247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a780192564e3a" /><Relationship Type="http://schemas.openxmlformats.org/officeDocument/2006/relationships/notesSlide" Target="/ppt/notesSlides/notesSlide5.xml" Id="R175ffc7cc22341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cf76f98fe4822" /><Relationship Type="http://schemas.openxmlformats.org/officeDocument/2006/relationships/notesSlide" Target="/ppt/notesSlides/notesSlide6.xml" Id="R8b4827f5a6894b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fa7f376c94e9f" /><Relationship Type="http://schemas.openxmlformats.org/officeDocument/2006/relationships/notesSlide" Target="/ppt/notesSlides/notesSlide7.xml" Id="R863b9c1acf2743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1e5f4deda4b50" /><Relationship Type="http://schemas.openxmlformats.org/officeDocument/2006/relationships/notesSlide" Target="/ppt/notesSlides/notesSlide8.xml" Id="Rb07fedbd65064b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7fb916a054103" /><Relationship Type="http://schemas.openxmlformats.org/officeDocument/2006/relationships/notesSlide" Target="/ppt/notesSlides/notesSlide9.xml" Id="R92c430fd80a14d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34056edd84f6d" /><Relationship Type="http://schemas.openxmlformats.org/officeDocument/2006/relationships/notesSlide" Target="/ppt/notesSlides/notesSlide10.xml" Id="Ra07a67c8093245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0bde6966b41b3" /><Relationship Type="http://schemas.openxmlformats.org/officeDocument/2006/relationships/image" Target="/ppt/media/image.png" Id="R74f358accbe341df" /><Relationship Type="http://schemas.openxmlformats.org/officeDocument/2006/relationships/image" Target="/ppt/media/image2.png" Id="Rc3d36bf3f9004e28" /><Relationship Type="http://schemas.openxmlformats.org/officeDocument/2006/relationships/notesSlide" Target="/ppt/notesSlides/notesSlide11.xml" Id="R784ac889eee045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efd089c8c4373" /><Relationship Type="http://schemas.openxmlformats.org/officeDocument/2006/relationships/notesSlide" Target="/ppt/notesSlides/notesSlide12.xml" Id="R096bb24081ec42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5cade0c964c1b" /><Relationship Type="http://schemas.openxmlformats.org/officeDocument/2006/relationships/notesSlide" Target="/ppt/notesSlides/notesSlide13.xml" Id="R9dd9a618cb9342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882b37a344a9c" /><Relationship Type="http://schemas.openxmlformats.org/officeDocument/2006/relationships/notesSlide" Target="/ppt/notesSlides/notesSlide14.xml" Id="R6774071a54d04f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4e6223ddb4d4b" /><Relationship Type="http://schemas.openxmlformats.org/officeDocument/2006/relationships/notesSlide" Target="/ppt/notesSlides/notesSlide15.xml" Id="Rc31f7a7a850d48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6db9bd8cd4c48" /><Relationship Type="http://schemas.openxmlformats.org/officeDocument/2006/relationships/notesSlide" Target="/ppt/notesSlides/notesSlide16.xml" Id="Rf74538eb80a949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983cc128246a3" /><Relationship Type="http://schemas.openxmlformats.org/officeDocument/2006/relationships/image" Target="/ppt/media/image3.png" Id="Rde6bbcc21bc54d94" /><Relationship Type="http://schemas.openxmlformats.org/officeDocument/2006/relationships/notesSlide" Target="/ppt/notesSlides/notesSlide17.xml" Id="Rdef432192c0e4a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bf4da09714aad" /><Relationship Type="http://schemas.openxmlformats.org/officeDocument/2006/relationships/notesSlide" Target="/ppt/notesSlides/notesSlide18.xml" Id="R6037848001ba410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c9c6cb7b54d2c" /><Relationship Type="http://schemas.openxmlformats.org/officeDocument/2006/relationships/notesSlide" Target="/ppt/notesSlides/notesSlide19.xml" Id="Rde74b1d1eb9540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66B01-A858-4F4B-9392-42FAA594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485F0-0556-4258-A12A-2DD29B29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3C6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93C6D8"/>
                </a:solidFill>
                <a:latin typeface="Microsoft JhengHei"/>
                <a:ea typeface="Microsoft JhengHei"/>
                <a:cs typeface="Microsoft JhengHei"/>
              </a:rPr>
              <a:t>第七週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B63A3-A9C3-4F73-8101-F3F22D5A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RWD 響應式設計與 CSS 動畫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20A54-9C5A-44FB-B00D-4F550F3A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8D7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C8D7E1"/>
                </a:solidFill>
                <a:latin typeface="Microsoft JhengHei"/>
                <a:ea typeface="Microsoft JhengHei"/>
                <a:cs typeface="Microsoft JhengHei"/>
              </a:rPr>
              <a:t>讓同一份內容適應不同螢幕，也保留舒適動態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B0BCC-CD15-418D-9584-2AA9827D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000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2E83A-9DA3-407D-9079-6C1FEED4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小時｜說明 × 示範 × 實作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739FA-16AB-4D5D-992E-F75C1E8C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C3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4C3B7"/>
                </a:solidFill>
                <a:latin typeface="Microsoft JhengHei"/>
                <a:ea typeface="Microsoft JhengHei"/>
                <a:cs typeface="Microsoft JhengHei"/>
              </a:rPr>
              <a:t>延續同一個活動報名網站，逐步建立完整前端能力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05330-00B8-4F12-AE9A-035FAB88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第七週｜網頁程式設計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C9710-5B82-40A6-9CAC-5594ED5A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44814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9913D-5B1E-4B20-BA00-AB375B37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63A71-C126-4537-B3F4-54E2F48D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三小時課程節奏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4665F-7BBD-43F7-ABE5-9C77EF79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98008-2130-4F59-A5AA-0CD39712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第七週｜課程導覽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2A94E-5FD3-4172-8B39-40A69ADE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37B91-F036-4E28-ACDE-E79253C8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33147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4ABAA-D3A6-4649-96B6-09F02EDC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3314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3F2AA-81FC-4562-B464-857136FB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983E2-B57C-435E-8EBE-D650701D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00:00–01:20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79DC8-216D-4B6C-92E5-CD11DE58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viewport、mobile-first 與 media query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0E005-A5FA-4A32-9508-95A57B18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147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BA8A0-8A55-4CFF-BDEB-1F47897C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14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8E587-E8E4-4544-9AE3-A2ECA521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76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6FD09-648B-4884-B00D-E5A5A616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01:20–01:30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3C080-F456-4884-8B31-79F23D78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休息與裝置測試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D6956-2826-4163-A0C3-4D305460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3147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781E0-A16B-4154-835D-7EAEA593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314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C45AF-B0B4-4349-8330-E2351CD7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290C4-32B6-48C6-8D4A-785E7B21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01:30–03:00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C45EA-466C-4539-884E-FB507E8F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transition、transform 與 keyframes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AFAF6-BB90-4CED-9D43-FD9C79D2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每個概念都會立刻接一個可觀察、可修改的頁面練習。</a:t>
            </a:r>
          </a:p>
        </p:txBody>
      </p:sp>
    </p:spTree>
    <p:extLst>
      <p:ext uri="{BB962C8B-B14F-4D97-AF65-F5344CB8AC3E}">
        <p14:creationId xmlns:p14="http://schemas.microsoft.com/office/powerpoint/2010/main" val="914634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F443C-0CEC-45F7-9A6D-EF491716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8A40E-B373-497E-9146-927B2EF4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本週學習目標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E118E-7D85-4423-A9E5-E45FF727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E8848-7210-43E2-A604-EAD97C42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第七週｜課程目標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3A9E4-1E32-4C59-8B13-62C3BAB9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19402-2236-4ACD-993D-AA14D1F8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6762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理解 viewport 與 RWD 的目的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以 mobile-first 撰寫斷點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使用相對單位與 max-width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用 transition、transform、animation 製作動態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尊重 prefers-reduced-motion 使用者設定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3E051-E800-4A82-8D97-0313F309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0861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68169-B4A5-4084-A779-97F6C5F7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62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完成後，你能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5B5B4-1488-42F2-921D-6519BC2D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209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看懂規則</a:t>
            </a:r>
          </a:p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預測結果</a:t>
            </a:r>
          </a:p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動手完成</a:t>
            </a:r>
          </a:p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自己除錯</a:t>
            </a:r>
          </a:p>
        </p:txBody>
      </p:sp>
    </p:spTree>
    <p:extLst>
      <p:ext uri="{BB962C8B-B14F-4D97-AF65-F5344CB8AC3E}">
        <p14:creationId xmlns:p14="http://schemas.microsoft.com/office/powerpoint/2010/main" val="10427628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1843A-4ECA-4017-9346-728E8916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CA3E1-11E4-4548-8787-4767B27F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RWD 不是縮小版，而是重新安排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ED9A2-F9B9-4F67-8FBD-B1C69745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4B8D4-BE0D-4D57-B219-9B587A5A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3499D-D7DE-4EDE-BEA1-F7417148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C6E3A-F6E2-4871-896B-1AD40680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953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3C721-37BC-4CCC-8C4C-B011FA8D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62100"/>
            <a:ext cx="4953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1163B-9C65-466C-87E6-99D365BF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21267-0AE8-42EC-ACD4-2BAB12C9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24125"/>
            <a:ext cx="4381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固定版面：在手機上縮得太小或橫向捲動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EBE9A-E0DB-497C-ABA0-A4E48B47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47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9B181-D4DA-4C78-AF40-A17E3CCA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24125"/>
            <a:ext cx="4381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響應式版面：依可用空間切換欄數、尺寸與間距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9B4D9-0958-45B8-8404-8822C773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內容相同，閱讀順序與操作方式要保持清楚。</a:t>
            </a:r>
          </a:p>
        </p:txBody>
      </p:sp>
    </p:spTree>
    <p:extLst>
      <p:ext uri="{BB962C8B-B14F-4D97-AF65-F5344CB8AC3E}">
        <p14:creationId xmlns:p14="http://schemas.microsoft.com/office/powerpoint/2010/main" val="1945891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B8776-F4C3-4CC7-9DBF-8E0B15D6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0B14A-6706-4C04-8382-C44242B4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先讓 viewport 等於裝置寬度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EA0C4-2376-47DF-9F96-FFF7FBDD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6AD3E-E32A-40BA-8D7A-4B935049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91BE2-C4AB-4179-A665-7A446C7B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95678-99EF-4118-8314-456568B4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D46DA-2BDD-49B1-ABF4-C80035C5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B0D9A-7FAF-4746-A893-ADA20BF5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0C2FF-0223-4BED-8DAC-F875C485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5B351-15C0-4AC0-AB1B-E3B51DF1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&lt;meta name="viewport"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content="width=device-width,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       initial-scale=1"&gt;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603CC-1D63-49CA-91E4-C9BFE358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放在 head 中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device-width 對齊裝置 CSS 寬度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沒有它，手機可能模擬桌面寬度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A7DBC-0CD4-4A93-9F2E-CAC97C7A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4D18D-ED0F-43E7-9B01-C21828F7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319378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9680E-E885-4CD8-B7D1-872D0D07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BB855-971E-4C1D-AB86-690BE33A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Mobile-first：預設先寫小螢幕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E713D-5765-43FC-B326-FE06B0C9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F8E80-BC5E-4B46-B955-FD4DE351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49B55-5798-4523-B9BA-015E93F4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91FED-0637-4FA6-9AFD-517A3B74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4552D-554D-4B40-B54B-DBD68BCE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22304-CD71-4F37-AD02-D3222B4E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6322F-FD87-4854-BD91-477255AB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377BC-2D0F-47FF-90C0-86A9AE0F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.hero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display: grid;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gap: 32px;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@media (min-width: 760px)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.hero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grid-template-columns: 1.4fr .8fr;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897C3-A8D7-403B-91A4-5EE6976B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基礎規則服務手機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空間足夠才增加欄數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用 min-width 逐步增強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655A6-BF43-448A-87DB-6C50BD7D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1EFD4-8934-4127-B90B-0738E835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2050563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352C0-5F0D-45B6-8170-050EA312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BF1D7-7D8C-416C-8DB9-7913A634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斷點由內容決定，不由機型決定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B4823-8026-407A-8D71-98C09BA3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32D14-F3C3-4ACB-AEDD-021EC6C9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3F2C5-C078-4B88-BDD7-8B59899D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6C12E-1010-447F-B13A-B05AE6E3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A7B4D-4EFC-4140-A7CD-28E6F91A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C9810-CEA4-454C-AAAE-D01BCB40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觀察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E31F6-FA9E-4DA6-A9F6-36028591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版面何時開始擁擠或留白過多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09751-7481-4F05-AF9D-8B0A2835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64284-F96F-4BA1-AFAA-C703CE55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3F600-A389-4E73-B54A-551201EE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設定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DF8D7-8DDF-47C1-85AB-CCA8AC5E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在問題發生前加入 breakpoint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69CBE-E8B4-4BC6-A497-687D42B8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BA723-CBE7-45D7-A9E6-54CFE1E1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81109-79AD-4141-B363-0D23D5C9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驗證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2ACF3-9283-44C0-85F0-A6A23FED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拖曳寬度，不只測兩個固定尺寸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C49FC-9DF3-48F5-8EA0-802DAAB8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B49A3-1CBC-46AE-997F-1270C76E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E272F-0A19-4BAC-939E-E1AEC7E4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簡化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DB7DA-3D7B-49B0-BB23-E4A298D0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能用 flex-wrap 解決就不急著加 media query</a:t>
            </a:r>
          </a:p>
        </p:txBody>
      </p:sp>
    </p:spTree>
    <p:extLst>
      <p:ext uri="{BB962C8B-B14F-4D97-AF65-F5344CB8AC3E}">
        <p14:creationId xmlns:p14="http://schemas.microsoft.com/office/powerpoint/2010/main" val="285432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2B1D5-2D74-4AF6-80A0-FD1831FB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E49AC-5F34-4140-9B87-A5806673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流動尺寸：讓內容有彈性也有上限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1166A-9BA1-48F6-BF68-030F72B7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DEE6B-EDC8-4FD6-8BF7-C53A3E48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0DC8E-2EEF-43A4-A3D1-0001D020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73476-767A-408E-B817-B3FFA647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EA834-0939-4EB0-9583-A64B8086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29A15-4AC4-4709-A693-02F7E0DA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4CC24-9551-4C29-B63C-FA13F953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BFFE2-2973-4406-8080-68C08E14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main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width: min(88%, 1100px);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margin-inline: auto;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h1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font-size: clamp(2.2rem, 6vw, 4rem);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img { max-width: 100%; height: auto;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7B455-9116-46B4-8FA6-C075463D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百分比跟著容器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max-width 避免大螢幕過寬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clamp 同時設定最小、流動、最大值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35469-2A09-49B6-99AF-7F737489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2B4FB-DF90-4351-9B11-8FDFBEE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3624798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A9243-736B-45A5-9C58-A1EF17A1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96721-D541-4148-9AE1-188FDE3D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實作一：雙欄活動頁變成手機單欄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45AD3-6C30-435F-9822-1478DC39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659CD-541F-4805-8AD0-5C02BAAA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第七週｜課堂實作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4E71D-6AA6-4F3E-89D4-8C8D391D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4C4FD-0159-4022-BC03-76BF7CDF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785E6-7731-4E22-8741-1649B8EE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FD96D-F875-4F58-A278-7311DCEE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60CE1-C6AF-4956-9595-D8C33694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764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確認 viewport meta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4F672-AA03-4CDC-A140-B72CC0F9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6C9AE-E2F8-4769-87F3-75BAAEE4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F1C4F-DE3E-4FC0-8F6A-68EF4E91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預設 hero 為單欄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3C4BD-F7C0-455B-A313-9C794501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1580B-F52D-41B9-BC2E-B57239C5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495BB-3C6B-48AB-8104-CA40DC81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在 760px 以上切成雙欄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F6557-9B3C-4CC4-A651-E550DD69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8F9E4-058C-49F1-B1A0-47EE36F7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D9B98-5C1C-462D-B171-4B67D4C4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338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圖片 max-width: 100%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9840B-8A4F-4534-B450-5DAB03CB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7909A-256B-4A88-BC27-EE6ADFCA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81281-BEDC-4999-A277-6F8FC709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用 DevTools 裝置模式測 390px 與 1280px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88AF5-AA0B-4978-8A23-F0A27D1C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ED62E3-1252-4EEC-8E18-291AE856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檢查是否出現水平捲軸與過小點擊區。</a:t>
            </a:r>
          </a:p>
        </p:txBody>
      </p:sp>
    </p:spTree>
    <p:extLst>
      <p:ext uri="{BB962C8B-B14F-4D97-AF65-F5344CB8AC3E}">
        <p14:creationId xmlns:p14="http://schemas.microsoft.com/office/powerpoint/2010/main" val="1878579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465D8-BB7B-4520-8698-2C8FFECF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EB810-B93D-42FA-985C-5DA0203C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休息前檢核：找到你的斷點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7D9D0-C1C1-49CB-9C9D-6D36ED99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D1E98-DC67-4FE8-A705-FA8AEB4C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第七週｜快速檢核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D9784-C50A-4507-94BB-4E772532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A579B-CAD1-4EB7-872C-D19CE06F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FDC9F-BBB5-4A7C-B65F-4919C0AD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F129F-A8AF-46DF-88C3-4FF702BF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為何 mobile-first 常用 min-width？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68E1B-4641-427E-AB66-4466E52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744D6-DF83-44E5-8A43-78BA597D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DE19D-1C5B-4BF3-BB54-5558AF74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max-width 解決什麼問題？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C0226-4550-4491-90DC-80B88369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A01D9-653D-4524-AC77-0068091E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AE294-27EC-49A2-A3EE-590846FE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何時不需要 media query？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9E09C-49E7-4BBF-A1EC-6FE2783B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先獨立思考，再和旁邊同學用一句話互相解釋。</a:t>
            </a:r>
          </a:p>
        </p:txBody>
      </p:sp>
    </p:spTree>
    <p:extLst>
      <p:ext uri="{BB962C8B-B14F-4D97-AF65-F5344CB8AC3E}">
        <p14:creationId xmlns:p14="http://schemas.microsoft.com/office/powerpoint/2010/main" val="19530318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5520E-6C77-4D4B-9603-F820ECDB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200CE-F85E-421D-BB65-F11B24B5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桌面與手機：同一份 HTML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32080-85DA-402B-A529-DE1C5FA8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31258-FAF4-4F79-A202-5C2672AD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24213-941B-4E9D-A91D-1C93230C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358accbe341df"/>
          <a:stretch xmlns:a="http://schemas.openxmlformats.org/drawingml/2006/main"/>
        </p:blipFill>
        <p:spPr>
          <a:xfrm xmlns:a="http://schemas.openxmlformats.org/drawingml/2006/main">
            <a:off x="685800" y="1478756"/>
            <a:ext cx="7239000" cy="4071938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36bf3f9004e28"/>
          <a:stretch xmlns:a="http://schemas.openxmlformats.org/drawingml/2006/main"/>
        </p:blipFill>
        <p:spPr>
          <a:xfrm xmlns:a="http://schemas.openxmlformats.org/drawingml/2006/main">
            <a:off x="8559842" y="1466850"/>
            <a:ext cx="2101766" cy="4095750"/>
          </a:xfrm>
          <a:prstGeom xmlns:a="http://schemas.openxmlformats.org/drawingml/2006/main" prst="roundRect">
            <a:avLst>
              <a:gd name="adj" fmla="val 569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2ECDB-01E1-4682-BD8E-9D84CAA2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34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1280px：雙欄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0A321-538F-4D04-8529-6C887673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34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390px：單欄</a:t>
            </a:r>
          </a:p>
        </p:txBody>
      </p:sp>
    </p:spTree>
    <p:extLst>
      <p:ext uri="{BB962C8B-B14F-4D97-AF65-F5344CB8AC3E}">
        <p14:creationId xmlns:p14="http://schemas.microsoft.com/office/powerpoint/2010/main" val="16418629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E02BC-F71C-4619-BA23-A3499BFD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C81D8-C020-4621-B3C9-782FB175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transition：描述狀態改變的過程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6E1CD-80BD-46C3-9020-86D2D8AD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C5CAA-93B8-4968-81A6-914161F1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E4016-5E8D-458C-839B-15B92288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104A7-504D-4F8D-9000-AEF70EDC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6D561-4101-499B-B21A-B518B78F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4C2D9-ECDB-43B5-ADFE-411DE99E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47F30-EE01-4B47-859A-F2F5D3A4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E68F7-0707-429D-9F2C-709F9CA6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.button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transition: transform .25s,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          box-shadow .25s;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.button:hover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transform: translateY(-4px);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box-shadow: 0 10px 20px #102a4328;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3B848-F470-4985-B892-5A7E07C6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起點寫在一般狀態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終點由 :hover 等狀態觸發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優先動畫 transform 與 opacity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54029-5DCE-40E9-9A15-ACC8F3EC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BB2AB-B03E-434E-9B7B-56382B0B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10151803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BDA19-4A2A-4CBA-9590-7F185908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A727B-8A7F-4C9E-B899-2A2B448F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transform 不會重新排列周圍元素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5090C-5B49-4F39-AAB7-0845EE5A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ACFBA-5F86-4979-81D3-160BA66F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27379-2434-472C-B878-9DD43F90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AD72B-7F22-4A3A-BF3A-6D46842F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F4E15-EC8D-4EE7-B674-E9755405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56BCD-B832-4EBD-A6B6-4C0739B3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translate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A7D0C-A25C-4AE9-8455-5428ED06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位移，不改變原本占位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5963A-28EE-4BFF-A07C-2A72F63B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00BFC-5FC0-4274-B633-310C79F2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25A50-D5A3-4870-9101-48978AF0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scale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E11EC-B8AD-4979-B9D1-68736A45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縮放，適合輕微回饋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DE39F-0060-415C-AFE6-DFA99D6B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AC7B3-2F97-4E56-B6A1-667DCBF1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5EEA6-E658-41D0-94F9-8A38D1D0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rotate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65ABC-F46A-4205-8F4B-5CAF3391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旋轉，少量使用增加活力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13790-10C1-4DBC-8832-F3AC8823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DB3A2-07BC-41F7-8CFE-FF3A7BE1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6D203-0D87-4248-A97B-90AA0890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transform-origin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B6069-5CFE-42DA-B0F6-3E18BB24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控制變形中心點</a:t>
            </a:r>
          </a:p>
        </p:txBody>
      </p:sp>
    </p:spTree>
    <p:extLst>
      <p:ext uri="{BB962C8B-B14F-4D97-AF65-F5344CB8AC3E}">
        <p14:creationId xmlns:p14="http://schemas.microsoft.com/office/powerpoint/2010/main" val="203772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23E35-AF6D-43B8-95AD-A45B9440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C53CB-8421-4C2B-A04F-4F22D79C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keyframes：建立多階段或循環動態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83BEB-F3F3-4D74-865B-5F21903F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33705-CD27-4EE8-93E9-F9DB1E48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7F2F8-D190-4CD0-A923-BCDC2740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21792-E238-4674-B0C4-7FE93144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942C8-0BC5-487E-9C06-88EF00DA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9A6B3-F17B-4786-A955-DC925BA0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E5F2C-AF19-4D9B-9874-8DA73CB3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5E0F3-B7FC-41E9-B402-68838982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@keyframes float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to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transform: translateY(-16px) rotate(4deg);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.sun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animation: float 2.4s ease-in-out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         infinite alternate;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7AE94-3A4C-46B3-A07A-1D14E9EE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animation-name 與 duration 必填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infinite 適合裝飾，不適合重要訊息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alternate 讓來回更自然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DE1BA-9397-4252-8E7A-7A9CDC77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B9C21-E49B-4EAD-95F1-37E13789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15802372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849A7-2523-4C4A-9982-3BAB4C52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97C6D-6A04-4E3F-BD72-95D896BB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動態也要考慮可及性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4F6B2-E7F5-468B-816F-19F29252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0210D-0C5A-454D-81C2-3A9A53AC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B0B8E-5528-4D05-A7EE-575E0A45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2C2FC-6000-4748-BF04-030E7C9D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3E9A5-5118-40F8-BAE5-B235CF52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1204D-1CBF-4C62-9DA2-EA6A6008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E4E50-92BB-4EFA-99DA-84528FE0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73DB1-CEE6-4DC3-B31E-0CD70ADC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@media (prefers-reduced-motion: reduce)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*, *::before, *::after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animation-duration: .01ms !important;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 transition-duration: .01ms !important;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A6189-F594-49F2-9D6D-5FF5BBF6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尊重使用者減少動態偏好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不要靠動畫單獨傳達資訊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避免閃爍與大幅度視差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774B9-9D7C-4D5B-860A-B9254993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D7EA4-4989-4A1A-9F5D-18BC4B4F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4095376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76025-0B58-4A19-94C7-191816D1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02283-9C5C-4F0F-84AC-93FDA47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整合實作：RWD + 微動畫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4ABD3-C26C-42B4-8F20-B78853D4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B5E68-6632-4384-B653-34C20BB8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第七週｜課堂實作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7FCE6-DE62-43F0-9154-3C16FE44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71C6D-AB6D-4CE1-8B22-D8774C75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7EFC6-1341-47A9-8729-BEC0A452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F096E-19EA-4870-B36F-A847D10E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20D4C-723D-4CD1-A74F-7EFC18BD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764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按鈕加入 hover transition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D3D59-8F31-4D87-B1F9-7825192C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F0DB2-57F8-412F-A5B3-C73C4DAF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F4C95-DA81-4C0D-9933-D66BBAE7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裝飾圓形加入 float keyframes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860B2-4C35-425D-999A-D595DB8D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78B6D-C368-403B-ACB6-8409E175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D548B-F1D7-4E11-80FC-022DCC13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在手機與桌面確認不遮擋內容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92589-2D6E-4773-A8F7-58B1A4DA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9C26C-C179-4EEF-8F79-D521DB33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27683-3910-41F1-84EF-296E21CE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338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加入 prefers-reduced-motion 規則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84451F-3E21-4E19-8B0E-ACBBE02A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427043-3FF8-4591-B992-313102F8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動態應該幫助理解或回饋，不是搶走注意力。</a:t>
            </a:r>
          </a:p>
        </p:txBody>
      </p:sp>
    </p:spTree>
    <p:extLst>
      <p:ext uri="{BB962C8B-B14F-4D97-AF65-F5344CB8AC3E}">
        <p14:creationId xmlns:p14="http://schemas.microsoft.com/office/powerpoint/2010/main" val="3573940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7A032-7E3D-4F74-9E73-616DE9E8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573E3-3AC4-4895-A392-C32C3716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完成畫面：響應式活動頁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2B891-FB05-4C4C-8F71-3B3325CF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D7A6C-F75B-45B4-9358-F6B9B0AD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C5816-826C-49A5-8722-90730E62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bbcc21bc54d94"/>
          <a:stretch xmlns:a="http://schemas.openxmlformats.org/drawingml/2006/main"/>
        </p:blipFill>
        <p:spPr>
          <a:xfrm xmlns:a="http://schemas.openxmlformats.org/drawingml/2006/main">
            <a:off x="2243667" y="1428750"/>
            <a:ext cx="7704667" cy="433387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3314A-5EEE-41D8-8B6B-4560D3CF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對照範例檔，指出今天新增的規則與畫面效果。</a:t>
            </a:r>
          </a:p>
        </p:txBody>
      </p:sp>
    </p:spTree>
    <p:extLst>
      <p:ext uri="{BB962C8B-B14F-4D97-AF65-F5344CB8AC3E}">
        <p14:creationId xmlns:p14="http://schemas.microsoft.com/office/powerpoint/2010/main" val="4447383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B0869-38F8-409F-A3C0-5FDDE93E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93699-DD33-4722-A520-FCB4216E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快速檢核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29A5A-AEF5-44EB-AEB7-A055F208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6F590-5AEB-45E2-A362-E562CF33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第七週｜快速檢核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91C9E-0C72-4ED5-83F3-7393AA7F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32F77-4D5E-4052-BC64-B0685E8B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33387-F96D-473D-A5A5-CFABC882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6C4C9-6FA5-47D3-92F0-3100A30B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viewport meta 的作用是什麼？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22347-711D-4F88-A27E-68D03E63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C8B96-59A6-4B7D-85E6-7C196D14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893A0-84DB-4615-B790-F882D6CB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mobile-first 的基礎規則服務哪個尺寸？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6D32F-185B-42E5-B9ED-030DA892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1E6D9-AAA9-42F4-8647-1E1C531C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D0E2F-3F6A-40CD-ADED-A4664E6B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transition 與 animation 的使用情境有何不同？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52865-27DD-4BC2-B88C-944C43F2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0A37A-4596-4A52-989D-E4A187E1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51C56-33A3-488B-B613-D17F3969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671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哪兩個 CSS 屬性通常較適合動畫？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34B4C-9DA1-4F5E-A2B9-DF3455CD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先獨立思考，再和旁邊同學用一句話互相解釋。</a:t>
            </a:r>
          </a:p>
        </p:txBody>
      </p:sp>
    </p:spTree>
    <p:extLst>
      <p:ext uri="{BB962C8B-B14F-4D97-AF65-F5344CB8AC3E}">
        <p14:creationId xmlns:p14="http://schemas.microsoft.com/office/powerpoint/2010/main" val="8038467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ED363-5AF1-43F6-B36A-5DE380BC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B63F7-4A8D-4BE9-B693-37681041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課後作業：兩種寬度、兩種動態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72317-7028-4ED5-9BE7-80E9C6E9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8F78C-854D-4E3C-BF18-0764C4CF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第七週｜課後延伸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A5821-1AAE-4371-8178-8144F4BF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EDF6F-72B3-482F-9D82-997398AD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必要條件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6C8A5-6269-4B15-A918-9C292946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676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手機單欄、桌面雙欄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至少一個內容導向的 breakpoint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按鈕 hover 使用 transition + transform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一個 keyframes 動畫與 reduced-motion 規則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56338-F4DD-40B4-9A57-B363BAE0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1432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565B5-1BE8-423E-BA91-2FCA4CBC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繳交內容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7BC52-ACC3-4E46-AD8A-9D409BFA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繳交 HTML、CSS、390px 與 1280px 截圖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6F02B-7403-4463-A46C-2C864706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先完成可運作版本，再加入自己的文字、色彩與內容。</a:t>
            </a:r>
          </a:p>
        </p:txBody>
      </p:sp>
    </p:spTree>
    <p:extLst>
      <p:ext uri="{BB962C8B-B14F-4D97-AF65-F5344CB8AC3E}">
        <p14:creationId xmlns:p14="http://schemas.microsoft.com/office/powerpoint/2010/main" val="39124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2026-09-18T16:40:18.7960000Z</dcterms:created>
  <dcterms:modified xsi:type="dcterms:W3CDTF">2026-09-18T16:40:18.7960000Z</dcterms:modified>
</coreProperties>
</file>