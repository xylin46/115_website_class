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c4c150df0945f9" /><Relationship Type="http://schemas.openxmlformats.org/officeDocument/2006/relationships/extended-properties" Target="/docProps/app.xml" Id="R4f09c9a293a74783" /><Relationship Type="http://schemas.openxmlformats.org/officeDocument/2006/relationships/officeDocument" Target="/ppt/presentation.xml" Id="R3ac0d451d5a84c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bcf32714724b71"/>
  </p:sldMasterIdLst>
  <p:notesMasterIdLst>
    <p:notesMasterId xmlns:r="http://schemas.openxmlformats.org/officeDocument/2006/relationships" r:id="Rbfbaad9f674b4ae6"/>
  </p:notesMasterIdLst>
  <p:sldIdLst>
    <p:sldId xmlns:r="http://schemas.openxmlformats.org/officeDocument/2006/relationships" id="256" r:id="R164809a1b5954137"/>
    <p:sldId xmlns:r="http://schemas.openxmlformats.org/officeDocument/2006/relationships" id="257" r:id="R2bcae04f768c4082"/>
    <p:sldId xmlns:r="http://schemas.openxmlformats.org/officeDocument/2006/relationships" id="258" r:id="R067e6b2f93954434"/>
    <p:sldId xmlns:r="http://schemas.openxmlformats.org/officeDocument/2006/relationships" id="259" r:id="Rd8475ff4ef3d49e7"/>
    <p:sldId xmlns:r="http://schemas.openxmlformats.org/officeDocument/2006/relationships" id="260" r:id="R0a42654de1e44eff"/>
    <p:sldId xmlns:r="http://schemas.openxmlformats.org/officeDocument/2006/relationships" id="261" r:id="Rae3d574b2cb04992"/>
    <p:sldId xmlns:r="http://schemas.openxmlformats.org/officeDocument/2006/relationships" id="262" r:id="R4fc2993f33f64f40"/>
    <p:sldId xmlns:r="http://schemas.openxmlformats.org/officeDocument/2006/relationships" id="263" r:id="R05328d05fd484bd5"/>
    <p:sldId xmlns:r="http://schemas.openxmlformats.org/officeDocument/2006/relationships" id="264" r:id="Rff9923b9c81c4df0"/>
    <p:sldId xmlns:r="http://schemas.openxmlformats.org/officeDocument/2006/relationships" id="265" r:id="Re87b91063c704d2d"/>
    <p:sldId xmlns:r="http://schemas.openxmlformats.org/officeDocument/2006/relationships" id="266" r:id="Re1e40966a7e24a96"/>
    <p:sldId xmlns:r="http://schemas.openxmlformats.org/officeDocument/2006/relationships" id="267" r:id="R229f37a1d9884d74"/>
    <p:sldId xmlns:r="http://schemas.openxmlformats.org/officeDocument/2006/relationships" id="268" r:id="Re964e55f83434605"/>
    <p:sldId xmlns:r="http://schemas.openxmlformats.org/officeDocument/2006/relationships" id="269" r:id="Re7f00c4a51be4177"/>
    <p:sldId xmlns:r="http://schemas.openxmlformats.org/officeDocument/2006/relationships" id="270" r:id="R96c4d874939341e0"/>
    <p:sldId xmlns:r="http://schemas.openxmlformats.org/officeDocument/2006/relationships" id="271" r:id="R10843c77f5b94fa4"/>
    <p:sldId xmlns:r="http://schemas.openxmlformats.org/officeDocument/2006/relationships" id="272" r:id="Re23bca1bddb7405c"/>
    <p:sldId xmlns:r="http://schemas.openxmlformats.org/officeDocument/2006/relationships" id="273" r:id="R96360857a5414d8c"/>
    <p:sldId xmlns:r="http://schemas.openxmlformats.org/officeDocument/2006/relationships" id="274" r:id="Re670199131574e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b263817e504e53" /><Relationship Type="http://schemas.openxmlformats.org/officeDocument/2006/relationships/slideMaster" Target="/ppt/slideMasters/slideMaster1.xml" Id="Rd8bcf32714724b71" /><Relationship Type="http://schemas.openxmlformats.org/officeDocument/2006/relationships/notesMaster" Target="/ppt/notesMasters/notesMaster1.xml" Id="Rbfbaad9f674b4ae6" /><Relationship Type="http://schemas.openxmlformats.org/officeDocument/2006/relationships/presProps" Target="/ppt/presProps.xml" Id="Rae2a194f5c9a4348" /><Relationship Type="http://schemas.openxmlformats.org/officeDocument/2006/relationships/tableStyles" Target="/ppt/tableStyles.xml" Id="R162aaa36656b429a" /><Relationship Type="http://schemas.openxmlformats.org/officeDocument/2006/relationships/slide" Target="/ppt/slides/slide1.xml" Id="R164809a1b5954137" /><Relationship Type="http://schemas.openxmlformats.org/officeDocument/2006/relationships/slide" Target="/ppt/slides/slide2.xml" Id="R2bcae04f768c4082" /><Relationship Type="http://schemas.openxmlformats.org/officeDocument/2006/relationships/slide" Target="/ppt/slides/slide3.xml" Id="R067e6b2f93954434" /><Relationship Type="http://schemas.openxmlformats.org/officeDocument/2006/relationships/slide" Target="/ppt/slides/slide4.xml" Id="Rd8475ff4ef3d49e7" /><Relationship Type="http://schemas.openxmlformats.org/officeDocument/2006/relationships/slide" Target="/ppt/slides/slide5.xml" Id="R0a42654de1e44eff" /><Relationship Type="http://schemas.openxmlformats.org/officeDocument/2006/relationships/slide" Target="/ppt/slides/slide6.xml" Id="Rae3d574b2cb04992" /><Relationship Type="http://schemas.openxmlformats.org/officeDocument/2006/relationships/slide" Target="/ppt/slides/slide7.xml" Id="R4fc2993f33f64f40" /><Relationship Type="http://schemas.openxmlformats.org/officeDocument/2006/relationships/slide" Target="/ppt/slides/slide8.xml" Id="R05328d05fd484bd5" /><Relationship Type="http://schemas.openxmlformats.org/officeDocument/2006/relationships/slide" Target="/ppt/slides/slide9.xml" Id="Rff9923b9c81c4df0" /><Relationship Type="http://schemas.openxmlformats.org/officeDocument/2006/relationships/slide" Target="/ppt/slides/slide10.xml" Id="Re87b91063c704d2d" /><Relationship Type="http://schemas.openxmlformats.org/officeDocument/2006/relationships/slide" Target="/ppt/slides/slide11.xml" Id="Re1e40966a7e24a96" /><Relationship Type="http://schemas.openxmlformats.org/officeDocument/2006/relationships/slide" Target="/ppt/slides/slide12.xml" Id="R229f37a1d9884d74" /><Relationship Type="http://schemas.openxmlformats.org/officeDocument/2006/relationships/slide" Target="/ppt/slides/slide13.xml" Id="Re964e55f83434605" /><Relationship Type="http://schemas.openxmlformats.org/officeDocument/2006/relationships/slide" Target="/ppt/slides/slide14.xml" Id="Re7f00c4a51be4177" /><Relationship Type="http://schemas.openxmlformats.org/officeDocument/2006/relationships/slide" Target="/ppt/slides/slide15.xml" Id="R96c4d874939341e0" /><Relationship Type="http://schemas.openxmlformats.org/officeDocument/2006/relationships/slide" Target="/ppt/slides/slide16.xml" Id="R10843c77f5b94fa4" /><Relationship Type="http://schemas.openxmlformats.org/officeDocument/2006/relationships/slide" Target="/ppt/slides/slide17.xml" Id="Re23bca1bddb7405c" /><Relationship Type="http://schemas.openxmlformats.org/officeDocument/2006/relationships/slide" Target="/ppt/slides/slide18.xml" Id="R96360857a5414d8c" /><Relationship Type="http://schemas.openxmlformats.org/officeDocument/2006/relationships/slide" Target="/ppt/slides/slide19.xml" Id="Re670199131574e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730e8eac5343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c4f3c6a4f54807" /><Relationship Type="http://schemas.openxmlformats.org/officeDocument/2006/relationships/notesMaster" Target="/ppt/notesMasters/notesMaster1.xml" Id="Ra9441781b8e54c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833ea6588446a2" /><Relationship Type="http://schemas.openxmlformats.org/officeDocument/2006/relationships/notesMaster" Target="/ppt/notesMasters/notesMaster1.xml" Id="R1dcab48d122f4a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c55495064d41de" /><Relationship Type="http://schemas.openxmlformats.org/officeDocument/2006/relationships/notesMaster" Target="/ppt/notesMasters/notesMaster1.xml" Id="R990c7963bf4240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6a23ba60cd474d" /><Relationship Type="http://schemas.openxmlformats.org/officeDocument/2006/relationships/notesMaster" Target="/ppt/notesMasters/notesMaster1.xml" Id="Rbc3bf3b0a91947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9c6e9e73b94e89" /><Relationship Type="http://schemas.openxmlformats.org/officeDocument/2006/relationships/notesMaster" Target="/ppt/notesMasters/notesMaster1.xml" Id="R179feab5806146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3e08a160c74f8d" /><Relationship Type="http://schemas.openxmlformats.org/officeDocument/2006/relationships/notesMaster" Target="/ppt/notesMasters/notesMaster1.xml" Id="R101938f284804f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15d262146244e2" /><Relationship Type="http://schemas.openxmlformats.org/officeDocument/2006/relationships/notesMaster" Target="/ppt/notesMasters/notesMaster1.xml" Id="Rc0bb5067eeea4d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b86498393c4009" /><Relationship Type="http://schemas.openxmlformats.org/officeDocument/2006/relationships/notesMaster" Target="/ppt/notesMasters/notesMaster1.xml" Id="R8b62019416724f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cd0dab524943d9" /><Relationship Type="http://schemas.openxmlformats.org/officeDocument/2006/relationships/notesMaster" Target="/ppt/notesMasters/notesMaster1.xml" Id="R7f43c69a948b4d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d4be8bbd45455f" /><Relationship Type="http://schemas.openxmlformats.org/officeDocument/2006/relationships/notesMaster" Target="/ppt/notesMasters/notesMaster1.xml" Id="Rd72499edb39547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5c85fce67c4eff" /><Relationship Type="http://schemas.openxmlformats.org/officeDocument/2006/relationships/notesMaster" Target="/ppt/notesMasters/notesMaster1.xml" Id="R454874fc862d4e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16812bbdec4834" /><Relationship Type="http://schemas.openxmlformats.org/officeDocument/2006/relationships/notesMaster" Target="/ppt/notesMasters/notesMaster1.xml" Id="R65d70d3ff35c41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40351a104a4264" /><Relationship Type="http://schemas.openxmlformats.org/officeDocument/2006/relationships/notesMaster" Target="/ppt/notesMasters/notesMaster1.xml" Id="R949512348b834b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7d1df613a74c4b" /><Relationship Type="http://schemas.openxmlformats.org/officeDocument/2006/relationships/notesMaster" Target="/ppt/notesMasters/notesMaster1.xml" Id="Rbc8d9fd0dd8c4f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dcbd6993074964" /><Relationship Type="http://schemas.openxmlformats.org/officeDocument/2006/relationships/notesMaster" Target="/ppt/notesMasters/notesMaster1.xml" Id="R0cef07c5bc8140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b2f9e61c4f4a1c" /><Relationship Type="http://schemas.openxmlformats.org/officeDocument/2006/relationships/notesMaster" Target="/ppt/notesMasters/notesMaster1.xml" Id="Re6064f2ae82047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cfecd94dfe401f" /><Relationship Type="http://schemas.openxmlformats.org/officeDocument/2006/relationships/notesMaster" Target="/ppt/notesMasters/notesMaster1.xml" Id="R30b69331617c45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722ca80d1b40e6" /><Relationship Type="http://schemas.openxmlformats.org/officeDocument/2006/relationships/notesMaster" Target="/ppt/notesMasters/notesMaster1.xml" Id="R557c099d8a5a47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787e339d254802" /><Relationship Type="http://schemas.openxmlformats.org/officeDocument/2006/relationships/notesMaster" Target="/ppt/notesMasters/notesMaster1.xml" Id="R55fd9957c4524a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分鐘。展示本週完成畫面與學習範圍，先不解釋所有細節。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分鐘。說明三段節奏、休息時間與課堂作品。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分鐘。逐項說明可觀察的學習成果，請學生標記最不熟的一項。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時間：12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分鐘。教師先示範前兩步，學生完成其餘步驟；巡視並記錄常見問題。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分鐘。讓學生先作答，再口頭解釋答案與判斷依據。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時間：12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分鐘。教師先示範前兩步，學生完成其餘步驟；巡視並記錄常見問題。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分鐘。展示實際瀏覽器結果，請學生把程式碼規則對回畫面。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分鐘。讓學生先作答，再口頭解釋答案與判斷依據。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8acfe4d0b4c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c55ca386344138" /><Relationship Type="http://schemas.openxmlformats.org/officeDocument/2006/relationships/slideLayout" Target="/ppt/slideLayouts/slideLayout1.xml" Id="R3a05e2b9376944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05e2b9376944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fa4a5f3654d52" /><Relationship Type="http://schemas.openxmlformats.org/officeDocument/2006/relationships/notesSlide" Target="/ppt/notesSlides/notesSlide1.xml" Id="Ra0119084fe6c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a76bd652a4eb4" /><Relationship Type="http://schemas.openxmlformats.org/officeDocument/2006/relationships/notesSlide" Target="/ppt/notesSlides/notesSlide2.xml" Id="Rce324717cb764a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757c1bd5d42da" /><Relationship Type="http://schemas.openxmlformats.org/officeDocument/2006/relationships/notesSlide" Target="/ppt/notesSlides/notesSlide3.xml" Id="R736cc21293304b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dc783f0204037" /><Relationship Type="http://schemas.openxmlformats.org/officeDocument/2006/relationships/notesSlide" Target="/ppt/notesSlides/notesSlide4.xml" Id="R2df2f507da394a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48c6e4cdd46d1" /><Relationship Type="http://schemas.openxmlformats.org/officeDocument/2006/relationships/notesSlide" Target="/ppt/notesSlides/notesSlide5.xml" Id="R670ffbc7809c4d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8790a8c08454f" /><Relationship Type="http://schemas.openxmlformats.org/officeDocument/2006/relationships/notesSlide" Target="/ppt/notesSlides/notesSlide6.xml" Id="Rd14c8f57771b4e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3d7a945f34e02" /><Relationship Type="http://schemas.openxmlformats.org/officeDocument/2006/relationships/notesSlide" Target="/ppt/notesSlides/notesSlide7.xml" Id="R11a7ca03bca14e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9dbcc9ba14d24" /><Relationship Type="http://schemas.openxmlformats.org/officeDocument/2006/relationships/notesSlide" Target="/ppt/notesSlides/notesSlide8.xml" Id="R26da70c1989f4c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46cc04b444dc1" /><Relationship Type="http://schemas.openxmlformats.org/officeDocument/2006/relationships/notesSlide" Target="/ppt/notesSlides/notesSlide9.xml" Id="R76b3d58416ea4a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84653af0d4f44" /><Relationship Type="http://schemas.openxmlformats.org/officeDocument/2006/relationships/notesSlide" Target="/ppt/notesSlides/notesSlide10.xml" Id="Ra002add0025249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5f6fd08e24783" /><Relationship Type="http://schemas.openxmlformats.org/officeDocument/2006/relationships/notesSlide" Target="/ppt/notesSlides/notesSlide11.xml" Id="R860554c31e7c40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1ba9a0bf547cf" /><Relationship Type="http://schemas.openxmlformats.org/officeDocument/2006/relationships/notesSlide" Target="/ppt/notesSlides/notesSlide12.xml" Id="R0f57fdc7371249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0dd3e3afc4a0b" /><Relationship Type="http://schemas.openxmlformats.org/officeDocument/2006/relationships/notesSlide" Target="/ppt/notesSlides/notesSlide13.xml" Id="Rb3c5f9d61a5441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f6450faa244ce" /><Relationship Type="http://schemas.openxmlformats.org/officeDocument/2006/relationships/notesSlide" Target="/ppt/notesSlides/notesSlide14.xml" Id="Rb0d9edeb1e5b44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ad1fe15bc4763" /><Relationship Type="http://schemas.openxmlformats.org/officeDocument/2006/relationships/notesSlide" Target="/ppt/notesSlides/notesSlide15.xml" Id="Rf8306d94abf14b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bcca21a304a30" /><Relationship Type="http://schemas.openxmlformats.org/officeDocument/2006/relationships/image" Target="/ppt/media/image.png" Id="R9c602bcf05d7423e" /><Relationship Type="http://schemas.openxmlformats.org/officeDocument/2006/relationships/notesSlide" Target="/ppt/notesSlides/notesSlide16.xml" Id="Re39f8cd81d3149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2ba287818483c" /><Relationship Type="http://schemas.openxmlformats.org/officeDocument/2006/relationships/notesSlide" Target="/ppt/notesSlides/notesSlide17.xml" Id="Ref96c98a45f242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c375dc85c4cf7" /><Relationship Type="http://schemas.openxmlformats.org/officeDocument/2006/relationships/notesSlide" Target="/ppt/notesSlides/notesSlide18.xml" Id="Rec40a272500742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d09851a2844aa" /><Relationship Type="http://schemas.openxmlformats.org/officeDocument/2006/relationships/notesSlide" Target="/ppt/notesSlides/notesSlide19.xml" Id="R4da6ed76752649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D54D3-E47A-40B1-8462-DF7A8850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8BB47-07A9-484E-B070-E6DE989D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rPr>
              <a:t>第五週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F1E55-AAFC-4798-85AB-CAEF6CFF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CSS3 盒模型與定位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F6E56-8EE2-41C4-99A2-5859568B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rPr>
              <a:t>看懂尺寸、留白與元素疊放的位置關係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D60B0-7D44-44FB-8617-E96849FF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000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B044C-420A-43F8-AB3C-44B4C86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小時｜說明 × 示範 × 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E3C39-E73F-48CC-9E3F-EAA92670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rPr>
              <a:t>延續同一個活動報名網站，逐步建立完整前端能力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3282D-2E09-4DB2-852A-E3C972AE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第五週｜網頁程式設計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49662-CCAC-4EFD-8F04-AAB894F8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6271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07D00-FA04-4BC4-ACAF-00D1C2AD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30286-40B0-4EA2-BFA7-4FD00CD7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三小時課程節奏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752AF-2714-4A64-B452-C51188B0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14C32-D807-4542-B7E6-39F05E10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第五週｜課程導覽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AA14E-E8B2-4C53-89E4-F2A94B4F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393DB-EA18-41C2-BAE1-8E2ED303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C2EFC-D950-44DF-A6D8-752CCC24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BD0AF-6F63-482C-B8CE-06428B0D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E3F9F-4192-458C-A133-F570A403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00:00–01:20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CB0D3-E224-4CFA-90C2-2F9B3C14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盒模型、尺寸與 overflow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DDB04-C74B-4F97-8594-B537DD23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C49D3-8CE7-46F9-BAFD-199AE664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A27EF-D65E-4F10-921E-E04A80DE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9C407-DE7A-41F3-9BCE-E54256A1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01:20–01:30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D031A-6283-49B8-A151-ED7929A7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休息與互相檢查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A64A6-AEB9-4127-892B-B9CE9FD5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461E6-E434-4508-98AA-7E6BDE93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9A97A-7099-4925-BD96-B26434A1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5DFA9-AD1F-4D96-AAE4-41E7B28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01:30–03:00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00A70-A114-442D-9FCD-5885CD7A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定位、層級與整合實作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98191-2AF6-4B19-B200-DBEE51CA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每個概念都會立刻接一個可觀察、可修改的頁面練習。</a:t>
            </a:r>
          </a:p>
        </p:txBody>
      </p:sp>
    </p:spTree>
    <p:extLst>
      <p:ext uri="{BB962C8B-B14F-4D97-AF65-F5344CB8AC3E}">
        <p14:creationId xmlns:p14="http://schemas.microsoft.com/office/powerpoint/2010/main" val="2008136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247F0-6247-4B03-BCF5-612DB2B4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F6E7B-06AF-4A41-8773-D43C4172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本週學習目標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55F99-3427-4468-A46A-38CE068F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8613E-EB71-425A-99CA-2ECF3777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第五週｜課程目標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4D987-4AC1-4508-86ED-62FF322E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415F0-8CF4-4588-9DCD-4D8D61C8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762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畫出 content、padding、border、margin 四層盒模型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預測元素實際占用寬度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區分 static、relative、absolute、fixed、sticky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 offset 與 z-index 完成可控的疊放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完成含標籤、黏性導覽與回頂端按鈕的活動頁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CB578-9C61-426F-B6DE-1AB505D8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0861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DCECE-D625-4C6D-8811-C11E8396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完成後，你能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88BC4-0997-43D9-81A8-58CAB758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看懂規則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預測結果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動手完成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自己除錯</a:t>
            </a:r>
          </a:p>
        </p:txBody>
      </p:sp>
    </p:spTree>
    <p:extLst>
      <p:ext uri="{BB962C8B-B14F-4D97-AF65-F5344CB8AC3E}">
        <p14:creationId xmlns:p14="http://schemas.microsoft.com/office/powerpoint/2010/main" val="1576029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8866D-B156-4551-AE47-AF7827DC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A8278-EF82-4AC1-BA57-F841AA58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從 div 的百分比，走到真正的尺寸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46A47-F6BC-4D7D-9CAB-8297216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77A53-B46C-4FD2-926E-FA2AFD61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78D87-D31D-4782-8C85-4F923571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FA60F-1A7F-4E6B-8736-9831C16F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C64F7-CEA3-4BEF-B13D-20AF8327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245C1-A782-43D0-8FCF-529083EE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51AB1-735D-4D83-BB89-4E9D4C76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上週：width 決定內容寬度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8148E-A70D-4D80-AD3B-E1785F04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7D365-604B-49F8-BA30-6167BDF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本週：padding 與 border 也會占空間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717F7-5C4D-48F5-A142-F6C73865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元素看起來太寬，不一定是 width 寫錯。</a:t>
            </a:r>
          </a:p>
        </p:txBody>
      </p:sp>
    </p:spTree>
    <p:extLst>
      <p:ext uri="{BB962C8B-B14F-4D97-AF65-F5344CB8AC3E}">
        <p14:creationId xmlns:p14="http://schemas.microsoft.com/office/powerpoint/2010/main" val="385568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DDD2A-10D4-4967-B765-B94A2A41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265C0-F3B5-409E-8F04-C81E8CAA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每個元素都是一個盒子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D8146-C643-48B2-B521-97DEA275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B6AA4-D4DE-4D31-9D7D-70C2F93B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FEBB6-E2E0-4A1E-B315-C28B842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FDF09-E643-4B16-8EA7-3ABA81B6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81915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C3FA1-C95F-455A-94D8-9141A404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76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CA5BF-E912-4DE5-A614-C65DDF04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70485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E1904-D079-4420-8A84-92EE267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57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D8032-3962-40B9-93DC-F2CB3C6E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59055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1F23C-CF3F-47CF-A68A-1FB4846F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38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padding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4898C-CCE9-4D05-9C1E-4134AF91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4381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BE8EE-74A3-454F-8D95-42EEDA1E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2090F-02A1-4A3B-B4B5-1DA4E3FC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content：內容區：文字、圖片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8BC8-C68F-4D52-82CB-6A68A2A1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padding：內容與邊框的內距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6AA86-0672-4331-8F3A-8AE25DD1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border：盒子的邊框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9840A-FDEB-453F-8F85-87A522E1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margin：盒子與外界的距離</a:t>
            </a:r>
          </a:p>
        </p:txBody>
      </p:sp>
    </p:spTree>
    <p:extLst>
      <p:ext uri="{BB962C8B-B14F-4D97-AF65-F5344CB8AC3E}">
        <p14:creationId xmlns:p14="http://schemas.microsoft.com/office/powerpoint/2010/main" val="556356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50191-67AC-4852-9C1D-E8C2A9CA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2CB83-2239-4FEE-BD9F-30E0C4C7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預設盒模型的寬度要加總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4E908-6A49-4BE2-B26C-E5263700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13347-7397-44AD-9154-E20E5FA0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6CF55-AFB8-42A4-98E1-92FF2AF1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D1B89-94F6-468A-8FD6-BF6F13CA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89136-AF4E-4F55-9DDE-C082EE71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DEFA5-3128-4C57-ACC7-58DFDE71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49959-98C4-42A9-B248-589E5594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5374A-6B22-405C-B4BD-799241AF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.card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width: 300px;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padding: 20px;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border: 5px solid;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/* 實際占用：350px */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10073-97AA-4784-96EF-C8CB2AE1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content-box：width 只算內容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左右 padding 共 40px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左右 border 共 10px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A0B13-3E64-480D-AE95-5A0DC031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A4187-3324-4712-B41E-4CFCDA4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646855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6F879-B349-450F-ABF1-1E003907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97105-B669-4C02-B589-7A66BC01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border-box 讓尺寸更直覺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320B0-75FA-4607-85A3-5A4E452F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041A1-E4DD-4A2C-A8DF-3C748520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E131D-3D12-4F30-A940-E827A480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B5278-FC7F-4A47-8D12-A75B6457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4681A-CA16-45F9-A9A0-0AE43C80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215B8-156B-4402-A3AD-3AC68336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86963-BC01-4840-8891-8540E036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E689E-7E08-4531-AD7E-586FE357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*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box-sizing: border-box;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.card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width: 300px;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padding: 20px;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border: 5px solid;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D7EB5-9DAC-4E23-9EC3-3C92E0B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300px 已包含 padding 與 border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適合百分比與 RWD 版面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通常在專案開頭統一設定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23CAB-B3BA-4AFC-AFDC-ADF3E812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69E81-18A1-48D7-93E7-B90E245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704085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4BCFD-CE7C-4C1B-8333-C8DFD841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59D4E-2DE0-416B-AF89-94BCDE4D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尺寸不是只有 width 與 height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D5DAB-7C46-414E-A1EE-EAECB0F4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E77E1-6605-4E73-8B14-DBF07604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8D4DE-6F17-456A-B685-74736E3E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3ACEE-E6FC-4FEC-8B0B-744D21B1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52215-5D2E-45F7-AD56-C259F8A7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F9315-E74B-401A-B821-F0D1D52B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max-width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7BC71-81C3-4CA6-8867-2AB1A9D6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限制最大寬度，避免桌面過寬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C75C8-7129-4400-9D5B-5297A2E5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CD4A0-0A5E-44B0-80F2-3C51A905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9ACE2-11D4-4156-AA29-46BD50D8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min-height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AF0D1-AC7F-4DDA-BDE7-2C9E998D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保留最低高度，內容多時仍可長高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F2A1C-1022-4BC4-B54B-F24CACAE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96FF1-DE1E-4DFE-B087-28C24DE2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905BB-DF7D-48F4-92AB-9D5685FA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overflow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08184-5F60-4AA6-8A09-292616C6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內容超出時 visible／hidden／auto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DF9AF-E582-42B2-BA4B-706703BC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2C8E0-8894-4F0E-9D20-208068A2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B9D2C-E73B-4C80-B662-0164C8C8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margin: auto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2FEE7-07E1-47E3-8497-88E6568D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固定或受限寬度的水平置中</a:t>
            </a:r>
          </a:p>
        </p:txBody>
      </p:sp>
    </p:spTree>
    <p:extLst>
      <p:ext uri="{BB962C8B-B14F-4D97-AF65-F5344CB8AC3E}">
        <p14:creationId xmlns:p14="http://schemas.microsoft.com/office/powerpoint/2010/main" val="17577324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FD33F-E4AA-4E35-99CA-A081E868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ACF8C-ADB8-4E76-8042-77A84D2B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實作一：打造活動資訊卡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5A0E5-5BD0-4FF3-896B-741430FC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AD0B1-5E4D-4233-87A3-C6FB3254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第五週｜課堂實作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C6430-5CCA-4C5D-9119-C27106AA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F6289-1A0E-4758-8170-9030DBF2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26970-09B1-42EC-8D5B-8EA7EE1D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AA1D4-74CD-455B-AF04-DFE8E86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13EF5-B702-4AAC-AD38-BEE95F94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76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建立 .event-card 並設定寬度與 max-width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E9B98-7062-4E2F-B9CA-9D34E241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1CAF6-15A6-45B5-B6E5-0F128B86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21C05-9957-4B5A-B68D-B85B7831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加入 padding、border、border-radius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1418E-C975-40E2-8E8F-88740A4B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6180C-F824-47F1-8792-D861FC08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92508-C362-43AA-A700-C31B6111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套用 box-sizing: border-box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64185-DAFB-4DD4-9E89-AE54B292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B853F-5B94-4E32-93F2-ECB3E56C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A183F-6729-46A9-AABB-F4BB95F2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為長文字設定 max-height 與 overflow: auto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9FB18-B83F-4A20-AC56-3D8FC8C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4A598-7503-45DC-90EB-C45A307C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完成後用 DevTools 檢查盒模型四層數值。</a:t>
            </a:r>
          </a:p>
        </p:txBody>
      </p:sp>
    </p:spTree>
    <p:extLst>
      <p:ext uri="{BB962C8B-B14F-4D97-AF65-F5344CB8AC3E}">
        <p14:creationId xmlns:p14="http://schemas.microsoft.com/office/powerpoint/2010/main" val="1607020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D5202-05E3-4F9C-B62C-CA1B1E1F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0EDC6-A52A-4E54-B1B5-19E9A062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休息前檢核：為什麼卡片超出父元素？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7E78A-9FEC-4219-8BEA-E513FDAE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7B149-5507-42BB-9C22-4EBAA060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8F72E-7534-4148-86F5-1F7C9DBB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7C05C-71A9-442C-BC35-CBDF7249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6534E-0869-4317-9FC0-154E237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36EE4-2FAC-4CFE-A0C9-9863F8CF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width: 100% 再加 padding 會發生什麼？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8FBA1-3FDB-4867-A9B8-8A58B36E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68035-00E7-4ABB-9BF9-5155994A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95AA2-9369-4D3C-A010-E2DD83B1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margin 與 padding 哪個在 border 外面？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2A4FC-BBBF-48DE-8BC0-770E945B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BB06F-D59E-426E-99EB-28CC6CC0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4C3FB-318C-4732-94EB-39437AF4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何時使用 min-height 比固定 height 安全？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7A1AF-DD22-4F81-9127-0942C136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先獨立思考，再和旁邊同學用一句話互相解釋。</a:t>
            </a:r>
          </a:p>
        </p:txBody>
      </p:sp>
    </p:spTree>
    <p:extLst>
      <p:ext uri="{BB962C8B-B14F-4D97-AF65-F5344CB8AC3E}">
        <p14:creationId xmlns:p14="http://schemas.microsoft.com/office/powerpoint/2010/main" val="18946277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B7F2A-F7F2-475A-A1A6-F9DEF7A6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37E71-53FD-49D4-816F-03601591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定位的第一題：以誰為基準？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96A61-B3D8-41E3-B82B-C1B488B5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8FB74-46CF-40FE-8F9B-1E572812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29C33-99B4-4DA6-BAA2-EDA085F7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2FD14-3487-4C85-B07E-4E8E2237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3033D-B91A-4D2D-B435-2E3B2D43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670C8-85A6-48FF-B21D-884DD0F5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7AFD4-FD61-4AF5-AD50-FECE4E82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relative：保留原位置，可成為定位基準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4613E-00E7-46D1-BC20-BE92494E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8EABC-3347-4670-A12E-4DAED629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absolute：離開一般流，找最近的已定位祖先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31018-1B13-45FD-96D1-574A8676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先找 containing block，再看 top／right／bottom／left。</a:t>
            </a:r>
          </a:p>
        </p:txBody>
      </p:sp>
    </p:spTree>
    <p:extLst>
      <p:ext uri="{BB962C8B-B14F-4D97-AF65-F5344CB8AC3E}">
        <p14:creationId xmlns:p14="http://schemas.microsoft.com/office/powerpoint/2010/main" val="95607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84CA4-55B8-4724-BB6B-F9B7A07E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86609-415D-49D1-82EE-ECC0C4DD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relative + absolute：卡片角落標籤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FEDBB-2526-4A65-8CBB-67AD72B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C0E2A-23BF-4690-B7A0-B249C70D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8F0DE-FB79-4F49-8188-8E8A8688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2DB90-6ACC-46D7-A179-B9227996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E5A13-8266-4C97-9176-D0346D88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FBA96-776A-45BF-BDA9-F3962D72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1FA8E-242E-462B-B6EF-ABF71DEE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D1D9F-223B-40C8-B61B-C338B8D7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.card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position: relative;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.badge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position: absolute;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top: -18px;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right: 22px;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8A840-2CF7-48B4-8415-1A2D786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父層 relative 建立定位基準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標籤 absolute 疊在右上角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負值可讓標籤跨出邊框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F2C8D-E6AF-4F4F-91C7-C171954C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08C2F-7525-4DB3-830B-F1A93D8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2042279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6B324-50BB-4BD0-8E67-68890E49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1A215-6897-431D-9EA5-A938B20D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fixed 與 sticky 解決不同需求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6FC87-9E27-4439-BDF4-517E8D03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60DCF-F731-4E07-BAD8-2E58E6E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26FCE-7FF2-47AB-B2F8-B69BBB7C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6D2F1-32DF-4B45-B837-F4B11BD4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BC467-1E68-4607-B766-69F97B4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E60A9-C2E9-4A47-B676-43DA1083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667CD-A7F7-47EC-A716-F455C6BC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相對視窗固定；適合回頂端按鈕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D6BDE-14A5-414D-89AB-CC49FBEE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9EC30-8745-43A4-AB3A-89AD8902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30EE1-7965-40CB-9446-D09C88FC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sticky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42E6D-9622-4458-B1FE-D4CCF7C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捲動到門檻後黏住；適合導覽列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3452D-9E89-4630-8446-AEBA08E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DE7FD-18FF-4E8D-B506-1EAE7D88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45E68-05A8-4F6C-98CD-93071E01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top: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245D5-87D6-4FF4-BDBA-D5F62C6A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sticky 需要門檻值才會生效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5573A-E2D4-4279-8178-B5564720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B4B23-03AB-4641-B137-C00F8DF0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25DB1-5C55-4941-B265-05F71116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z-index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2DB3E-A495-4FC8-9995-0F826CE6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控制重疊順序；通常搭配定位元素</a:t>
            </a:r>
          </a:p>
        </p:txBody>
      </p:sp>
    </p:spTree>
    <p:extLst>
      <p:ext uri="{BB962C8B-B14F-4D97-AF65-F5344CB8AC3E}">
        <p14:creationId xmlns:p14="http://schemas.microsoft.com/office/powerpoint/2010/main" val="18892702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F4DF4-7A68-4D7E-B61E-D6A16E68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45E97-A12D-41F4-8B1A-61CA6CF0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疊放順序：先確認定位，再調 z-index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4CC7E-A804-4E11-8B41-67043BA6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C444A-B518-4036-96EC-BBAB85C2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AF574-4CAB-4336-8473-2DE09EEB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A5FFD-7720-4EA0-B357-1351F42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E51E1-9A76-4C0F-869B-3F15D54D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C08C3-213F-440F-A483-9B436F3C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4B460-18C1-4B06-8723-1F2DE9B2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16BCD-3B5E-45F6-87A6-0EFE7BBF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.site-header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position: sticky;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top: 0;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z-index: 10;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.back-top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position: fixed;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right: 28px; bottom: 28px;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6EF6C-A16D-40CE-A3CE-5EFF167B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不要用無限大的 z-index 碰運氣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檢查祖先是否建立新的 stacking context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固定元素要避免遮住主要內容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D45E7-6FB5-4C67-A4CF-BF99B1F3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7EFAF-8656-46EC-A654-1B932706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9190791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6689E-291D-4C3B-AC41-65A59802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C67F4-68AE-476F-9541-1E6EA0FE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整合實作：三種定位一次完成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4FDA8-3AB9-4CB7-B65A-26DD6A46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EE3BE-D254-45EB-A72A-03BE3A4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第五週｜課堂實作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873DA-6E8A-4775-8520-3404972B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FA106-FFC0-4B3D-8423-AE95EB62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067E2-3A27-4AA5-B21B-F178A018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11C67-BF3A-467B-84A1-213BEA2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AD680-9880-4663-B21D-F7D20BCB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76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導覽列：position: sticky; top: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2AF04-6FA1-4C04-A564-7AF0665A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36B39-5EED-4D2E-8DD2-D963F081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D4D5D-425C-4B59-BF5B-C221AA65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卡片：relative；名額標籤：absolute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B9D8D-8CB3-4465-92F5-D6BB39E3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4C720-C3DE-4C81-85F6-8AE432E7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1A823-14B8-4E57-AD80-228B898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回頂端連結：position: fixed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480CF-7BE6-43BB-B6B4-9A157018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25802-18EE-4E7D-B166-A5C542A4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9D1AD-E966-4362-A19E-3F738444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 z-index 保持導覽列在內容上方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C0D6F-E6B3-4A67-8C4D-B2E53CD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9729F-9BFC-4ADB-AA4A-BBE19A3D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捲動頁面，逐一驗證三種元素的行為。</a:t>
            </a:r>
          </a:p>
        </p:txBody>
      </p:sp>
    </p:spTree>
    <p:extLst>
      <p:ext uri="{BB962C8B-B14F-4D97-AF65-F5344CB8AC3E}">
        <p14:creationId xmlns:p14="http://schemas.microsoft.com/office/powerpoint/2010/main" val="914153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43E72-6E1C-4EDC-A151-D548B73C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2C6A4-1032-4501-8BDF-3D17E33C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完成畫面：盒模型與定位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E61AC-FBDA-480E-B439-3024996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44519-EF43-493B-9916-AF7CBF9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2A1BC-2041-448B-B51D-D4DF2BEF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02bcf05d7423e"/>
          <a:stretch xmlns:a="http://schemas.openxmlformats.org/drawingml/2006/main"/>
        </p:blipFill>
        <p:spPr>
          <a:xfrm xmlns:a="http://schemas.openxmlformats.org/drawingml/2006/main">
            <a:off x="2243667" y="1428750"/>
            <a:ext cx="7704667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F08BE-84EF-490A-9204-A11B60E7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對照範例檔，指出今天新增的規則與畫面效果。</a:t>
            </a:r>
          </a:p>
        </p:txBody>
      </p:sp>
    </p:spTree>
    <p:extLst>
      <p:ext uri="{BB962C8B-B14F-4D97-AF65-F5344CB8AC3E}">
        <p14:creationId xmlns:p14="http://schemas.microsoft.com/office/powerpoint/2010/main" val="8549738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727C1-6A83-4A4A-BE4E-0432560F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FF0E9-D50A-4BCB-8A7E-529D403B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除錯順序比多寫規則有效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714A9-8CB7-485A-9DC3-28111E62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158C9-04DE-4BA4-941F-49B635CE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01C83-319A-4727-8F85-98120C3E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E0DAC-0463-4FDE-B871-66807DD0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E7D0A-6524-4315-8D73-81A653AD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D87AB-94B7-4709-B762-8BB17CD1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 檢查尺寸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2C142-0BE1-4CFD-9B11-3A3BF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DevTools 的 Computed／Box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B5EAE-D8F2-47C4-9A14-030609B0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982AE-0997-441D-982E-C327804F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7471B-B573-484E-BA99-9393A0F8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2 找定位基準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A5ADE-8185-49E0-B161-706CAC0A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向上尋找非 static 的祖先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FE2A0-6F6D-4228-808B-F90A56AB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C1034-DB1B-490F-B2F2-9653D4BD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353FC-459A-4025-9749-FC9DC5CD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3 看一般流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31D2E-7A8E-43D6-81F1-C08D1E18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absolute 是否讓原位置消失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56728-4F51-4EE5-B934-20BD8D4A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825FE-20E5-4316-88E0-1AF8096D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3DC9F-B3A4-4E8B-A7AC-FB116445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4 查層級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9E331-6D87-4388-9375-01505614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position、z-index 與 stacking context</a:t>
            </a:r>
          </a:p>
        </p:txBody>
      </p:sp>
    </p:spTree>
    <p:extLst>
      <p:ext uri="{BB962C8B-B14F-4D97-AF65-F5344CB8AC3E}">
        <p14:creationId xmlns:p14="http://schemas.microsoft.com/office/powerpoint/2010/main" val="6121281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DE931-F52D-4EA1-A30E-B9A84403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4D18E-F1A5-4E15-95C2-C1E712D0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快速檢核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3BC9E-1857-4E2A-AC10-0078D2EC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05A9D-90AD-4F1B-A2DB-7854BFD8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141E6-B6D4-41D3-B6C6-886028A9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8521E-93E5-4389-B7B3-B39B79B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DD19D-6715-4358-8D6C-DA48A006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62FD3-49AF-4586-A428-4F61405E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border-box 的 width 包含哪些部分？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304F5-CF59-457B-9BD4-2A5EC599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71FAD-F28A-42EB-A7AB-0A277F19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0B385-302C-456E-B413-5E3FB77D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absolute 會不會保留原本占位？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6BF70-C203-4052-AF3E-E6D4E4F7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F6090-F622-4353-BD8E-A813943E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66B58-6B16-4CDB-A56D-3B7266A4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sticky 為何常需要 top: 0？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9B463-3980-4ADD-9688-4664A0BC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03F96-75D9-450C-BD79-00F08853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78ED4-F403-4FC7-B78A-1C6CAD8B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fixed 的基準通常是誰？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075FB-A0A8-4454-A824-6D3F3BA9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先獨立思考，再和旁邊同學用一句話互相解釋。</a:t>
            </a:r>
          </a:p>
        </p:txBody>
      </p:sp>
    </p:spTree>
    <p:extLst>
      <p:ext uri="{BB962C8B-B14F-4D97-AF65-F5344CB8AC3E}">
        <p14:creationId xmlns:p14="http://schemas.microsoft.com/office/powerpoint/2010/main" val="19841778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EDF7E-58D6-4297-B148-10487C0D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F3A4C-7CCA-43E7-9305-AB3B25C4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課後作業：活動頁定位升級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023C2-E2CA-4B1D-A96B-CDBF58E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C935D-A82C-4E47-8B7F-834C7C63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第五週｜課後延伸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4F9A8-3C37-4747-A7F0-CB562160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18034-14BB-4684-9B7A-6AD43405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必要條件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33BF6-E5F7-4E0D-8FE9-9F0368A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676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至少一張含 padding、border、margin 的卡片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 relative + absolute 製作角落標籤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加入 sticky 導覽列與 fixed 回頂端連結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附一張 DevTools 盒模型截圖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4B86A-1425-4105-A41B-CC53C6E5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19E8E-4A0F-4730-9432-32AB2F4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繳交內容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EE86F-319D-433F-8E82-8C0DEDBB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繳交 index.html、style.css 與畫面截圖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5A20E-E5B2-4FEE-B2E6-88552DB9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先完成可運作版本，再加入自己的文字、色彩與內容。</a:t>
            </a:r>
          </a:p>
        </p:txBody>
      </p:sp>
    </p:spTree>
    <p:extLst>
      <p:ext uri="{BB962C8B-B14F-4D97-AF65-F5344CB8AC3E}">
        <p14:creationId xmlns:p14="http://schemas.microsoft.com/office/powerpoint/2010/main" val="177313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2026-09-18T16:40:12.0140000Z</dcterms:created>
  <dcterms:modified xsi:type="dcterms:W3CDTF">2026-09-18T16:40:12.0140000Z</dcterms:modified>
</coreProperties>
</file>