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e7ebc9f67e4311" /><Relationship Type="http://schemas.openxmlformats.org/officeDocument/2006/relationships/extended-properties" Target="/docProps/app.xml" Id="R19f74642cd0b4028" /><Relationship Type="http://schemas.openxmlformats.org/officeDocument/2006/relationships/officeDocument" Target="/ppt/presentation.xml" Id="R73d3d8af572740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f44a32df0c42ef"/>
  </p:sldMasterIdLst>
  <p:notesMasterIdLst>
    <p:notesMasterId xmlns:r="http://schemas.openxmlformats.org/officeDocument/2006/relationships" r:id="R31fb13b7ab034846"/>
  </p:notesMasterIdLst>
  <p:sldIdLst>
    <p:sldId xmlns:r="http://schemas.openxmlformats.org/officeDocument/2006/relationships" id="256" r:id="R62f90ebc7ed54e0b"/>
    <p:sldId xmlns:r="http://schemas.openxmlformats.org/officeDocument/2006/relationships" id="257" r:id="R4aec9ffd6b434658"/>
    <p:sldId xmlns:r="http://schemas.openxmlformats.org/officeDocument/2006/relationships" id="258" r:id="R172aaebd5f0e4a39"/>
    <p:sldId xmlns:r="http://schemas.openxmlformats.org/officeDocument/2006/relationships" id="259" r:id="R7a37773ce0074ae7"/>
    <p:sldId xmlns:r="http://schemas.openxmlformats.org/officeDocument/2006/relationships" id="260" r:id="R682e27f8e4bf4155"/>
    <p:sldId xmlns:r="http://schemas.openxmlformats.org/officeDocument/2006/relationships" id="261" r:id="R142fc3589d5e4846"/>
    <p:sldId xmlns:r="http://schemas.openxmlformats.org/officeDocument/2006/relationships" id="262" r:id="R47877a69776d46dd"/>
    <p:sldId xmlns:r="http://schemas.openxmlformats.org/officeDocument/2006/relationships" id="263" r:id="R74cfbeea2ef447a2"/>
    <p:sldId xmlns:r="http://schemas.openxmlformats.org/officeDocument/2006/relationships" id="264" r:id="R2f8f07bb1e3c4c57"/>
    <p:sldId xmlns:r="http://schemas.openxmlformats.org/officeDocument/2006/relationships" id="265" r:id="Rdbc8291d449f43af"/>
    <p:sldId xmlns:r="http://schemas.openxmlformats.org/officeDocument/2006/relationships" id="266" r:id="R0d645a95fe644d7d"/>
    <p:sldId xmlns:r="http://schemas.openxmlformats.org/officeDocument/2006/relationships" id="267" r:id="R35b3a0fb23a64140"/>
    <p:sldId xmlns:r="http://schemas.openxmlformats.org/officeDocument/2006/relationships" id="268" r:id="R87c3627abb8643e9"/>
    <p:sldId xmlns:r="http://schemas.openxmlformats.org/officeDocument/2006/relationships" id="269" r:id="R87ff33a30d4447aa"/>
    <p:sldId xmlns:r="http://schemas.openxmlformats.org/officeDocument/2006/relationships" id="270" r:id="R7cbf92252d0f46b4"/>
    <p:sldId xmlns:r="http://schemas.openxmlformats.org/officeDocument/2006/relationships" id="271" r:id="R697694643a674fd8"/>
    <p:sldId xmlns:r="http://schemas.openxmlformats.org/officeDocument/2006/relationships" id="272" r:id="R598b6380527c4d14"/>
    <p:sldId xmlns:r="http://schemas.openxmlformats.org/officeDocument/2006/relationships" id="273" r:id="R2bc897541bdc49e4"/>
    <p:sldId xmlns:r="http://schemas.openxmlformats.org/officeDocument/2006/relationships" id="274" r:id="R2a5933cf09dc49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bba37cebd34320" /><Relationship Type="http://schemas.openxmlformats.org/officeDocument/2006/relationships/slideMaster" Target="/ppt/slideMasters/slideMaster1.xml" Id="R41f44a32df0c42ef" /><Relationship Type="http://schemas.openxmlformats.org/officeDocument/2006/relationships/notesMaster" Target="/ppt/notesMasters/notesMaster1.xml" Id="R31fb13b7ab034846" /><Relationship Type="http://schemas.openxmlformats.org/officeDocument/2006/relationships/presProps" Target="/ppt/presProps.xml" Id="R736d49220f23427b" /><Relationship Type="http://schemas.openxmlformats.org/officeDocument/2006/relationships/tableStyles" Target="/ppt/tableStyles.xml" Id="R781f8363d3e04acb" /><Relationship Type="http://schemas.openxmlformats.org/officeDocument/2006/relationships/slide" Target="/ppt/slides/slide1.xml" Id="R62f90ebc7ed54e0b" /><Relationship Type="http://schemas.openxmlformats.org/officeDocument/2006/relationships/slide" Target="/ppt/slides/slide2.xml" Id="R4aec9ffd6b434658" /><Relationship Type="http://schemas.openxmlformats.org/officeDocument/2006/relationships/slide" Target="/ppt/slides/slide3.xml" Id="R172aaebd5f0e4a39" /><Relationship Type="http://schemas.openxmlformats.org/officeDocument/2006/relationships/slide" Target="/ppt/slides/slide4.xml" Id="R7a37773ce0074ae7" /><Relationship Type="http://schemas.openxmlformats.org/officeDocument/2006/relationships/slide" Target="/ppt/slides/slide5.xml" Id="R682e27f8e4bf4155" /><Relationship Type="http://schemas.openxmlformats.org/officeDocument/2006/relationships/slide" Target="/ppt/slides/slide6.xml" Id="R142fc3589d5e4846" /><Relationship Type="http://schemas.openxmlformats.org/officeDocument/2006/relationships/slide" Target="/ppt/slides/slide7.xml" Id="R47877a69776d46dd" /><Relationship Type="http://schemas.openxmlformats.org/officeDocument/2006/relationships/slide" Target="/ppt/slides/slide8.xml" Id="R74cfbeea2ef447a2" /><Relationship Type="http://schemas.openxmlformats.org/officeDocument/2006/relationships/slide" Target="/ppt/slides/slide9.xml" Id="R2f8f07bb1e3c4c57" /><Relationship Type="http://schemas.openxmlformats.org/officeDocument/2006/relationships/slide" Target="/ppt/slides/slide10.xml" Id="Rdbc8291d449f43af" /><Relationship Type="http://schemas.openxmlformats.org/officeDocument/2006/relationships/slide" Target="/ppt/slides/slide11.xml" Id="R0d645a95fe644d7d" /><Relationship Type="http://schemas.openxmlformats.org/officeDocument/2006/relationships/slide" Target="/ppt/slides/slide12.xml" Id="R35b3a0fb23a64140" /><Relationship Type="http://schemas.openxmlformats.org/officeDocument/2006/relationships/slide" Target="/ppt/slides/slide13.xml" Id="R87c3627abb8643e9" /><Relationship Type="http://schemas.openxmlformats.org/officeDocument/2006/relationships/slide" Target="/ppt/slides/slide14.xml" Id="R87ff33a30d4447aa" /><Relationship Type="http://schemas.openxmlformats.org/officeDocument/2006/relationships/slide" Target="/ppt/slides/slide15.xml" Id="R7cbf92252d0f46b4" /><Relationship Type="http://schemas.openxmlformats.org/officeDocument/2006/relationships/slide" Target="/ppt/slides/slide16.xml" Id="R697694643a674fd8" /><Relationship Type="http://schemas.openxmlformats.org/officeDocument/2006/relationships/slide" Target="/ppt/slides/slide17.xml" Id="R598b6380527c4d14" /><Relationship Type="http://schemas.openxmlformats.org/officeDocument/2006/relationships/slide" Target="/ppt/slides/slide18.xml" Id="R2bc897541bdc49e4" /><Relationship Type="http://schemas.openxmlformats.org/officeDocument/2006/relationships/slide" Target="/ppt/slides/slide19.xml" Id="R2a5933cf09dc49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53eb05042f41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2ccde9e7954927" /><Relationship Type="http://schemas.openxmlformats.org/officeDocument/2006/relationships/notesMaster" Target="/ppt/notesMasters/notesMaster1.xml" Id="Rdebed26256cd4a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4ef3bd898b448e" /><Relationship Type="http://schemas.openxmlformats.org/officeDocument/2006/relationships/notesMaster" Target="/ppt/notesMasters/notesMaster1.xml" Id="R46380098feb542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b15da264464cf9" /><Relationship Type="http://schemas.openxmlformats.org/officeDocument/2006/relationships/notesMaster" Target="/ppt/notesMasters/notesMaster1.xml" Id="Rd50c501f3a6a47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b458ee870b4512" /><Relationship Type="http://schemas.openxmlformats.org/officeDocument/2006/relationships/notesMaster" Target="/ppt/notesMasters/notesMaster1.xml" Id="R2ca07268a55b4f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770386e72041c4" /><Relationship Type="http://schemas.openxmlformats.org/officeDocument/2006/relationships/notesMaster" Target="/ppt/notesMasters/notesMaster1.xml" Id="Rd0cc45cd992c41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7edc33a494d8b" /><Relationship Type="http://schemas.openxmlformats.org/officeDocument/2006/relationships/notesMaster" Target="/ppt/notesMasters/notesMaster1.xml" Id="Rcb25e058e88c40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58a9b16a9146bb" /><Relationship Type="http://schemas.openxmlformats.org/officeDocument/2006/relationships/notesMaster" Target="/ppt/notesMasters/notesMaster1.xml" Id="Rf99a21ffbad145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1aea1cfe44518" /><Relationship Type="http://schemas.openxmlformats.org/officeDocument/2006/relationships/notesMaster" Target="/ppt/notesMasters/notesMaster1.xml" Id="R746c02dce19e4b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78fa27eb7d4d18" /><Relationship Type="http://schemas.openxmlformats.org/officeDocument/2006/relationships/notesMaster" Target="/ppt/notesMasters/notesMaster1.xml" Id="Raae09ada910e45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1eec56a78f4985" /><Relationship Type="http://schemas.openxmlformats.org/officeDocument/2006/relationships/notesMaster" Target="/ppt/notesMasters/notesMaster1.xml" Id="Rf8b5010fd2ec48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3be209165f410e" /><Relationship Type="http://schemas.openxmlformats.org/officeDocument/2006/relationships/notesMaster" Target="/ppt/notesMasters/notesMaster1.xml" Id="Rb240326bc4e848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a8d0c3977c473f" /><Relationship Type="http://schemas.openxmlformats.org/officeDocument/2006/relationships/notesMaster" Target="/ppt/notesMasters/notesMaster1.xml" Id="R5130e6c842be43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022145ca9c4130" /><Relationship Type="http://schemas.openxmlformats.org/officeDocument/2006/relationships/notesMaster" Target="/ppt/notesMasters/notesMaster1.xml" Id="Red27cfd3d2014a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b510a744ac4acf" /><Relationship Type="http://schemas.openxmlformats.org/officeDocument/2006/relationships/notesMaster" Target="/ppt/notesMasters/notesMaster1.xml" Id="Rd57fd1525ac740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411d8c6dba4c06" /><Relationship Type="http://schemas.openxmlformats.org/officeDocument/2006/relationships/notesMaster" Target="/ppt/notesMasters/notesMaster1.xml" Id="R5394dc283c7b49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64ae828ff94c2b" /><Relationship Type="http://schemas.openxmlformats.org/officeDocument/2006/relationships/notesMaster" Target="/ppt/notesMasters/notesMaster1.xml" Id="Rfa79f5ed13dc45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5c1fec53aa4142" /><Relationship Type="http://schemas.openxmlformats.org/officeDocument/2006/relationships/notesMaster" Target="/ppt/notesMasters/notesMaster1.xml" Id="R61ef65c69b204d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6e098aaa394057" /><Relationship Type="http://schemas.openxmlformats.org/officeDocument/2006/relationships/notesMaster" Target="/ppt/notesMasters/notesMaster1.xml" Id="Rdda02ef989fc4d7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f489fce71344a5" /><Relationship Type="http://schemas.openxmlformats.org/officeDocument/2006/relationships/notesMaster" Target="/ppt/notesMasters/notesMaster1.xml" Id="R27dc0a09643d40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分鐘。展示本週完成畫面與學習範圍，先不解釋所有細節。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分鐘。說明三段節奏、休息時間與課堂作品。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分鐘。逐項說明可觀察的學習成果，請學生標記最不熟的一項。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時間：12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分鐘。教師先示範前兩步，學生完成其餘步驟；巡視並記錄常見問題。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分鐘。讓學生先作答，再口頭解釋答案與判斷依據。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時間：12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分鐘。教師先示範前兩步，學生完成其餘步驟；巡視並記錄常見問題。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分鐘。展示實際瀏覽器結果，請學生把程式碼規則對回畫面。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分鐘。讓學生先作答，再口頭解釋答案與判斷依據。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 分鐘。搭配範例檔逐段講解；每改一個值就重新整理觀察差異。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39048a11441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b7e8c458044044" /><Relationship Type="http://schemas.openxmlformats.org/officeDocument/2006/relationships/slideLayout" Target="/ppt/slideLayouts/slideLayout1.xml" Id="Ref2100fb9e2949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2100fb9e2949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6b8a89b374ea3" /><Relationship Type="http://schemas.openxmlformats.org/officeDocument/2006/relationships/notesSlide" Target="/ppt/notesSlides/notesSlide1.xml" Id="R2f99febcebe544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bc49fd29e4d9f" /><Relationship Type="http://schemas.openxmlformats.org/officeDocument/2006/relationships/notesSlide" Target="/ppt/notesSlides/notesSlide2.xml" Id="Rb350a306773548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2572486d84af2" /><Relationship Type="http://schemas.openxmlformats.org/officeDocument/2006/relationships/notesSlide" Target="/ppt/notesSlides/notesSlide3.xml" Id="R83c1471693b54c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2ff40b60740ff" /><Relationship Type="http://schemas.openxmlformats.org/officeDocument/2006/relationships/notesSlide" Target="/ppt/notesSlides/notesSlide4.xml" Id="R800a9e6cb90741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a8173d6d340de" /><Relationship Type="http://schemas.openxmlformats.org/officeDocument/2006/relationships/notesSlide" Target="/ppt/notesSlides/notesSlide5.xml" Id="Rb79563014e3944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54b298b634471" /><Relationship Type="http://schemas.openxmlformats.org/officeDocument/2006/relationships/notesSlide" Target="/ppt/notesSlides/notesSlide6.xml" Id="Raa7cfa598efe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e57aff1e545de" /><Relationship Type="http://schemas.openxmlformats.org/officeDocument/2006/relationships/notesSlide" Target="/ppt/notesSlides/notesSlide7.xml" Id="R5bae436793bf47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1213b713b4a28" /><Relationship Type="http://schemas.openxmlformats.org/officeDocument/2006/relationships/notesSlide" Target="/ppt/notesSlides/notesSlide8.xml" Id="Rb51be0dbeced41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6c099148f4f0b" /><Relationship Type="http://schemas.openxmlformats.org/officeDocument/2006/relationships/notesSlide" Target="/ppt/notesSlides/notesSlide9.xml" Id="Rd1afbe2afc714b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11c424fad4373" /><Relationship Type="http://schemas.openxmlformats.org/officeDocument/2006/relationships/notesSlide" Target="/ppt/notesSlides/notesSlide10.xml" Id="Rccf0f8f6086946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0f693ee124326" /><Relationship Type="http://schemas.openxmlformats.org/officeDocument/2006/relationships/notesSlide" Target="/ppt/notesSlides/notesSlide11.xml" Id="R62652252f0ad44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e889c1cab4559" /><Relationship Type="http://schemas.openxmlformats.org/officeDocument/2006/relationships/notesSlide" Target="/ppt/notesSlides/notesSlide12.xml" Id="Rc9f2c0552a0641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716c254774c6c" /><Relationship Type="http://schemas.openxmlformats.org/officeDocument/2006/relationships/notesSlide" Target="/ppt/notesSlides/notesSlide13.xml" Id="Re7659e1f1a4e4b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4be529e384972" /><Relationship Type="http://schemas.openxmlformats.org/officeDocument/2006/relationships/notesSlide" Target="/ppt/notesSlides/notesSlide14.xml" Id="Rd76ee32f2ef945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b38c9078c42a8" /><Relationship Type="http://schemas.openxmlformats.org/officeDocument/2006/relationships/notesSlide" Target="/ppt/notesSlides/notesSlide15.xml" Id="Re3a974f0da5b4b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d2189869e4516" /><Relationship Type="http://schemas.openxmlformats.org/officeDocument/2006/relationships/image" Target="/ppt/media/image.png" Id="R1e7785b37b654296" /><Relationship Type="http://schemas.openxmlformats.org/officeDocument/2006/relationships/notesSlide" Target="/ppt/notesSlides/notesSlide16.xml" Id="Rf9b1137bb1db48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1ad65510b4bee" /><Relationship Type="http://schemas.openxmlformats.org/officeDocument/2006/relationships/notesSlide" Target="/ppt/notesSlides/notesSlide17.xml" Id="Rfe0dbf6dfe5642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885625ec24889" /><Relationship Type="http://schemas.openxmlformats.org/officeDocument/2006/relationships/notesSlide" Target="/ppt/notesSlides/notesSlide18.xml" Id="R0b3140e044964e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278af431546c7" /><Relationship Type="http://schemas.openxmlformats.org/officeDocument/2006/relationships/notesSlide" Target="/ppt/notesSlides/notesSlide19.xml" Id="Rd080253f65a347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35921-827B-4969-A35A-7BC7AF38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161AF-8123-46F1-9ED3-9D0D3A1A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rPr>
              <a:t>第六週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FF024-6E73-4401-B3BA-528A0850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現代網頁排版魔法：Flexbox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A001B-BB15-4935-A0AA-C88BF152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rPr>
              <a:t>用父元素控制方向、對齊、間距與換行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0C81B-09DD-480E-99B1-AB2C81B1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000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12BDE-74F6-42C5-9353-12C98D3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小時｜說明 × 示範 × 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A85D5-15A0-4070-AB2A-6D00C38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rPr>
              <a:t>延續同一個活動報名網站，逐步建立完整前端能力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560F9-73DE-4F8C-988F-8F634E2B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第六週｜網頁程式設計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F3834-3286-4681-8ECD-3EC1E549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76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2B36C-D145-4A3E-85C6-F71D8E2F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9AB97-D116-4380-8386-E1BD26E2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三小時課程節奏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54D5E-3897-4AB1-AA67-BA39D905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9B4B3-14A3-4586-85E1-EB37A686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第六週｜課程導覽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200E6-C70E-4A75-AECE-CA9A6572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1E1B7-E20D-4159-94D4-73B1B2FC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42510-05C3-46B2-935A-D45B7D53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41005-499D-4F0D-9450-D2962357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FD3F0-3D4E-453E-AE4D-D173602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00:00–01:20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7374D-A873-4382-AB00-9256F5B7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容器、主軸、對齊與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85C8D-9F9E-427E-9450-199940AA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0C328-8300-4205-8B1A-1AD65669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5674D-6C83-4B61-9D4F-F2E0DC73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DF634-110F-42C9-A5DF-B747E1C9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01:20–01:30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E4EB6-A2D4-46C5-B4E8-E12647D5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休息與互相檢查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0B8A9-34DB-45A2-B4FA-1A43487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147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AD434-2DFE-4CDA-B230-F7755394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14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EEAA1-E060-4BF4-8F8F-B10E125D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8946F0-9CF9-4CDA-8B20-7E7A8B63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01:30–03:00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7F766-BA2E-4433-895B-2356ABFD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81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伸縮、換行與活動頁整合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A69CA-B9AD-4EA6-8686-61B80CC3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每個概念都會立刻接一個可觀察、可修改的頁面練習。</a:t>
            </a:r>
          </a:p>
        </p:txBody>
      </p:sp>
    </p:spTree>
    <p:extLst>
      <p:ext uri="{BB962C8B-B14F-4D97-AF65-F5344CB8AC3E}">
        <p14:creationId xmlns:p14="http://schemas.microsoft.com/office/powerpoint/2010/main" val="9311089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2BE83-AB73-467C-ABD9-6CE74DD4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58452-3620-4A57-8EFE-3C589DD4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本週學習目標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4B1BD-B4EE-4843-BC6B-B932FCE2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1D860-16E9-41DD-B87A-819CF54F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第六週｜課程目標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6473E-286A-4B05-8C67-FC99CF17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6A304-2A98-405B-9F02-46E35F71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762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辨認 flex container 與 flex item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區分主軸與交叉軸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 justify-content、align-items、gap 排列內容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理解 grow、shrink、basis 的分工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完成導覽列、Hero 與自動換行卡片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146E4-74C9-4CFD-91C7-5F40CA16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0861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189C7-8E14-4FD6-8780-A8B7B62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完成後，你能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74EBF-E9C0-4F19-86CF-14D4E05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看懂規則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預測結果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動手完成</a:t>
            </a:r>
          </a:p>
          <a:p xmlns:a="http://schemas.openxmlformats.org/drawingml/2006/main">
            <a:pPr algn="ctr"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自己除錯</a:t>
            </a:r>
          </a:p>
        </p:txBody>
      </p:sp>
    </p:spTree>
    <p:extLst>
      <p:ext uri="{BB962C8B-B14F-4D97-AF65-F5344CB8AC3E}">
        <p14:creationId xmlns:p14="http://schemas.microsoft.com/office/powerpoint/2010/main" val="1771348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F5B0E-1796-4879-8F5A-2AF3D72F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A9961-1AA1-43D7-916A-F61D9775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Flexbox 解決一維排列問題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BE232-26E1-4A12-88F8-86C5EA6B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AB735-D278-4B7F-BADC-6B01E686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79D4F-7F88-4129-BB0D-72E0D1B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EB37C-C9FC-4255-9A16-20BDCD4D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C6D02-F9DA-4F48-8785-E594232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4EEA5-2E62-476D-AB09-9EA55C0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A0EA9-8F24-4B1E-9307-3D12B253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傳統：margin、float 與寬度互相牽動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6A381-C5DB-4915-9993-F57B7F9D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4D52F-2ECE-469B-90EA-329A7A43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Flexbox：父層宣告排列規則，子層自動配合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09BA7-22AF-4C4C-9671-71D6F63D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一列或一欄的排列，先想到 Flexbox。</a:t>
            </a:r>
          </a:p>
        </p:txBody>
      </p:sp>
    </p:spTree>
    <p:extLst>
      <p:ext uri="{BB962C8B-B14F-4D97-AF65-F5344CB8AC3E}">
        <p14:creationId xmlns:p14="http://schemas.microsoft.com/office/powerpoint/2010/main" val="1729659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7072A-C9FE-459E-80FF-8699A45E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9933B-B466-4400-8516-A622691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先分清楚父元素與子元素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3EDCA-C2C4-41B1-B102-5F35C35B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8DFE2-7956-4C02-B694-ACA0869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5B8AC-9F1C-402C-89D4-CEA89A5D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21A9B-124E-453F-BA87-75B36355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60A6C-B99C-4F6F-BFBF-B9D5ED0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0DAA9-A4DA-4A21-B5C0-29470677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D8FB1-8A12-4C22-8A0B-BA6265FA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08580-07A4-49DB-8407-83C755B8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.nav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display: flex;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gap: 24px;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&lt;nav class="nav"&gt;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&lt;a&gt;首頁&lt;/a&gt;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&lt;a&gt;活動&lt;/a&gt;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&lt;/nav&gt;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6D1A6-2624-4AE1-AD61-12F55F44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display: flex 寫在父元素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直接子元素成為 flex items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孫元素不會自動成為 item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B8D5B-2A8C-4B8D-9CBA-4A84860E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C5CF2-E428-4246-BA65-2DFF5876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980659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F3A20-A157-4407-BAD6-251E8D7F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4EF9E-030C-4990-A117-56445B98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主軸會隨 flex-direction 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FE782-C319-48D1-90B2-A78F341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36C7F-ED10-4DC8-9755-D86E779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C45ED-83A2-47E8-999D-7669C214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FF2AD-413B-452B-BCE0-9E9FFDFF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5709A-A1A4-4887-BB48-FB0B3AF8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E7B59-9E9E-4585-98FF-B0827EDD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8685A-362E-4E23-90B1-C6C7A287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主軸水平，由左到右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8402F-CCBF-4A35-8BBC-D65DEBAF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640D3-3FD3-4966-AD80-E6E1819E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5B9E4-CA98-4591-B1CC-30254CE2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column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B38D6-D5B1-404D-B22B-EB88453A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主軸垂直，由上到下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16E1E-B986-4456-BFF9-33D2CEC8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86084-39B5-4AC6-9747-47AD1AE3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25440-01CD-49F7-B50B-34714850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justify-content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4DDC7-6F6D-4549-BAFB-010FE36F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沿主軸分配空間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62D37-F64C-4ECD-A511-94761FE3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0EC50-5694-4A70-B5D5-79B2B134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B0538-E178-46C8-AD66-546D000A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align-items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22225-6953-4665-B2F7-58A4CB3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沿交叉軸對齊項目</a:t>
            </a:r>
          </a:p>
        </p:txBody>
      </p:sp>
    </p:spTree>
    <p:extLst>
      <p:ext uri="{BB962C8B-B14F-4D97-AF65-F5344CB8AC3E}">
        <p14:creationId xmlns:p14="http://schemas.microsoft.com/office/powerpoint/2010/main" val="737915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5B016-4C9A-4D2C-B7E4-C4BC0550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E5812-4EB0-4846-8207-493E75D2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justify-content：剩餘空間放哪裡？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B959C-C823-4F1F-B7E3-889B4D38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55B08-2332-45AF-A3D1-6B5F8C40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93A71-5D7D-4D0D-9B9E-96729E4B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91B67-FD51-4A9A-9334-70CAFACD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71058-3841-45D4-9DFD-7744B5F0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FDE10-183D-4869-9A3C-5FED3C5F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09AAC-4F95-4D8C-A731-B0DBC4D9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4C4AB-AE84-4D70-A8BA-B84E9ACB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.nav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display: flex;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justify-content: space-between;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align-items: center;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32B14-33D6-4215-9BE0-F2C4EFEA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flex-start：靠主軸起點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center：集中於中間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space-between：首尾貼邊，中間均分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8C965-D3E1-4E47-BD60-C9BBCA1F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26C8E-92A0-4C0E-B33C-E14D29FD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8055163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E7343-6AFF-4CCD-ACA4-C1A19D5E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AEF00-0C96-4CA5-94B6-81BEE0E9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gap 是項目之間的穩定距離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E3525-C330-47FB-AB49-00A00380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812C9-E73B-4E84-B3BD-0E9E9153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FD2CC-68A4-4C7E-97AB-E31866F3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4B8A6-4AE5-4812-94EC-D2300E5A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56F3F-2302-4625-9263-AE2F6B0A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6B867-F3C2-49BB-9251-74891283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6ABF3-33E3-43B9-BEA1-BBDEBE45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margin：距離寫在每個子項目，首尾需額外處理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473C6-9323-4C1B-9131-FDE5660D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0CC88-8ED2-4F3F-B2A6-D9D0BA67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24125"/>
            <a:ext cx="4381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gap：距離寫在父層，只出現在項目之間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F698C-359A-4CA2-9A84-260916B2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排列間距優先使用 gap，元件外距再使用 margin。</a:t>
            </a:r>
          </a:p>
        </p:txBody>
      </p:sp>
    </p:spTree>
    <p:extLst>
      <p:ext uri="{BB962C8B-B14F-4D97-AF65-F5344CB8AC3E}">
        <p14:creationId xmlns:p14="http://schemas.microsoft.com/office/powerpoint/2010/main" val="4265263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5DA6C-B971-4E6D-97CA-9CB2373D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9542A-8CBD-4508-9ECF-EB3689F1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實作一：導覽列左右分組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571B8-9D4B-4336-BAF3-AA0FC897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8CD22-84FC-41AC-AD17-E207752A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第六週｜課堂實作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14D02-88AD-4724-B524-345FEC60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2950B-273C-4E5C-96F3-765F56B8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66C1B-0A82-47D6-BDAF-11B0CFD7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4DF1-4D6C-4E79-9A81-F703124F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F340D-E463-414B-B424-08CB84C3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76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header 設為 display: flex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FF9BD-C50C-45C0-8873-ED973BCD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751CC-3E20-425E-A306-597269A9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CC8A7-DBFC-4B62-BAD8-06278F91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 justify-content: space-between 分開品牌與 nav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ED348-C2E0-4886-AD51-47BAF788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786E6-C2F6-4E94-9FF9-FBE0F6F2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E48FC-8944-4AA0-9C15-B56D49E8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nav 也設為 flex 並加入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F4297-A194-4B30-84D2-462379EC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B01AC-32F4-49A6-A30B-D670562E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2F0DF-93A1-433E-AB9B-36BD3EA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 align-items: center 垂直置中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3C356-2DF2-4D14-A9F7-DFDCE322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B3543-824A-4136-8E70-BF4D361B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縮放瀏覽器，確認連結沒有靠 margin 硬推。</a:t>
            </a:r>
          </a:p>
        </p:txBody>
      </p:sp>
    </p:spTree>
    <p:extLst>
      <p:ext uri="{BB962C8B-B14F-4D97-AF65-F5344CB8AC3E}">
        <p14:creationId xmlns:p14="http://schemas.microsoft.com/office/powerpoint/2010/main" val="258850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13D05-D3EA-40F8-9889-D692E312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D25E5-7E3D-4AB7-AF5A-DB707D0D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休息前檢核：軸線與父子關係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D16C1-BA20-42A4-A318-99C62CC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FB295-FAB5-455B-8FDA-E7AD4992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4A5CD-D21B-44C4-B0E4-78ABB658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639B4-D141-4D16-AF89-FF65889E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25794-9C76-416A-A120-050DA0F6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1744C-DF22-4841-9ED9-2BC07BBA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row 時主軸是哪個方向？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4BF4-E849-4AE3-9563-5D8FB84D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728CF-E2DF-4A93-8AAB-3F4360CF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6D677-597D-4280-BE9C-5ABD8467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align-items: center 寫在父層或子層？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F7333-F2D9-4166-B734-14836AA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EC35D-9F2E-4B57-8570-7F0EC378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B7785-AD0B-49B4-B702-AE65D584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gap 與 margin 的責任有何不同？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2F396-50EA-446E-AEF0-0775369E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先獨立思考，再和旁邊同學用一句話互相解釋。</a:t>
            </a:r>
          </a:p>
        </p:txBody>
      </p:sp>
    </p:spTree>
    <p:extLst>
      <p:ext uri="{BB962C8B-B14F-4D97-AF65-F5344CB8AC3E}">
        <p14:creationId xmlns:p14="http://schemas.microsoft.com/office/powerpoint/2010/main" val="16387279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C43A4-97EB-4C5A-9C07-20E23EE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C3887-375C-4A59-9BE2-DD68739F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flex-basis 是伸縮前的理想尺寸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C30C7-700B-4D3C-9181-EF561B5A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1AFE1-C9F3-4216-A096-D34E37AE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5CC80-AC30-42BC-A5CA-0DABB4ED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AED66-B087-40FA-ABBF-4AB56A7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264CD-55C6-4BC1-A2A0-12A96149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E57D3-89A4-457F-AA0B-B2A4D2DC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0C8BA-E365-4055-8809-13675568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047E7-74C3-4156-9B12-916AD47B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.card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flex-grow: 1;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flex-shrink: 1;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flex-basis: 250px;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/* 簡寫 */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.card { flex: 1 1 250px;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33BBF-D141-4AE7-88E9-2E4151C9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grow：有剩餘空間時放大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shrink：空間不足時縮小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basis：分配空間前的基準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ABAA8-BB49-486E-8D7F-CF237AB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F978B-15AB-4616-B635-084F96FD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5510102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30725-29E8-4508-86D0-3C62D9E8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572A1-7301-4F96-A19A-3AC161BC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flex-wrap 讓項目換到下一列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2D013-E724-4563-8F98-E7DC3619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2B22B-DB26-4733-A804-17627B0D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DB69F-946D-485A-BA19-AADA892B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DE0EF-6016-4844-9C64-01953DF4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E7390-017C-48E4-A445-90BBAB91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DC177-CCD9-4C02-91F1-5DAC8DCE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290CC-522A-4DB1-9BF2-61782C25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252DE-E858-4EC7-8915-D1870880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.cards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display: flex;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flex-wrap: wrap;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gap: 22px;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.card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flex: 1 1 250px;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AEF32-7E8A-433F-B113-256A05C4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nowrap 是預設值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wrap 讓卡片在空間不足時換行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搭配 basis 形成彈性卡片格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6508D-F53C-4D13-BE91-FCD0C372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EF0B1-7178-4850-8A65-3FDACFDE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8151359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44A3C-57B5-44B8-8690-1E42B1A0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886B3-FE34-4AD6-9298-59E12211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個別項目也能微調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47373-B034-438C-965F-4BF2DE90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E4112-4403-4EB9-AF62-AF817C16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AD8C2-C3C3-4EB5-B8F8-6904A9B6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49109-858D-414F-AED7-E8C97371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6F6FF-0C44-4489-A822-23BBB8E9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F9896-91B9-4924-9CCF-9F449BFA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align-self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61001-91C3-4FDF-8D51-7304859C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只改某一個 item 的交叉軸對齊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27413-2333-4160-8449-57EC0FC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B5BDD-06BD-4DFF-9E8F-29777391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8DC68-8E7C-4A32-BD0C-2AF3322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19FAB-E029-4D76-9F6C-62250A88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改變視覺順序；不等於 DOM 順序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ACBFA-A62E-47C9-A30E-6AE80C0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92987-0063-4EEE-B545-AF14BBDF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CD684-44DC-46A7-8362-C6072E02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margin-top: auto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12A4C-F708-4346-9AF2-87AFDFFB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在 column 容器中把按鈕推到底部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0AC63-8A29-4051-B741-264B77AF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5E398-B994-49A0-81FB-3660716D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99990-95A2-4444-A3DB-995DA33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min-width: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45CFB-EE47-44DB-82B8-E09F3846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避免長內容撐破 flex item</a:t>
            </a:r>
          </a:p>
        </p:txBody>
      </p:sp>
    </p:spTree>
    <p:extLst>
      <p:ext uri="{BB962C8B-B14F-4D97-AF65-F5344CB8AC3E}">
        <p14:creationId xmlns:p14="http://schemas.microsoft.com/office/powerpoint/2010/main" val="11378085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BEDEE-B72D-4DF1-94C6-43239E2B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FF048-1700-4EBE-A8BD-54C305E4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Hero 雙欄：文字可伸、視覺受限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EF5F2-C389-4BA4-9C48-8CB43CA6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83AA3-79EF-4B4B-AC77-F6A4BFF3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EA794-57C8-4962-8ECE-39770ED2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FED5C-634F-46B2-BE24-B2695ECE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0" cy="4191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88755-6FD9-48FE-AF9A-C98AD70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18C05-9714-4709-8A85-27E4DDFE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834A5-0A08-4852-A00D-35E6C637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E1BEA-F214-460F-87D0-B27C1A1E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5734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.hero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display: flex;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align-items: center;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gap: 56px;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.hero-copy { flex: 1 1 58%;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.hero-art { flex: 0 1 330px;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A4960-1655-4277-86F7-6E8C3B67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兩欄都能縮小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文字欄吸收剩餘空間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視覺欄以 330px 為基準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A2AE6-B00B-4B3A-9E4C-836A2814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3619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4DC89-5A6B-413E-B699-A2A6540B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958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修改一個值，重新整理並觀察。</a:t>
            </a:r>
          </a:p>
        </p:txBody>
      </p:sp>
    </p:spTree>
    <p:extLst>
      <p:ext uri="{BB962C8B-B14F-4D97-AF65-F5344CB8AC3E}">
        <p14:creationId xmlns:p14="http://schemas.microsoft.com/office/powerpoint/2010/main" val="18556114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44C48-2B62-4DBA-88EC-8A98CBA4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64509-5738-4A53-A86C-D4D48524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整合實作：三張等高活動卡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B50B2-3D02-45D4-892E-0C171CE1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D185A-A08F-4E08-B021-84AD01B2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第六週｜課堂實作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62FB1-76E7-4202-81AF-8E5E2AC5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8193B-7364-4BA9-B6D7-C555AA5D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01C95-023A-462E-9FB9-CC043E71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F531B-01D2-4C4A-A511-849C8DE0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2D2A6-EC8A-449C-8208-8A2139AE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76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cards 設為 flex 並允許 wrap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3C0DF-3896-4531-A9E2-F80BB5E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DBD5D-81A4-4BD9-BCC5-BA29A821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CE977-41DC-45DD-BED5-913A7D27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card 使用 flex: 1 1 250px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D0934-7211-4B63-886E-8CF7A9FC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96D36-4945-4B4B-8673-B10E6E63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EEA58-C617-476C-833F-B3A9DAD4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每張 card 內部改為 column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9B882-4BCF-4D38-8BC2-BCFF8B4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D326F-2F47-494E-B9F5-2F016164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EA11E-0C18-4C40-9C76-2759BC4E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詳細連結以 margin-top: auto 推到底部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0C746-0500-4550-9072-5FD706E1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9A740-54BC-4783-9574-7971A442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新增第四張卡，觀察換行與欄寬是否仍合理。</a:t>
            </a:r>
          </a:p>
        </p:txBody>
      </p:sp>
    </p:spTree>
    <p:extLst>
      <p:ext uri="{BB962C8B-B14F-4D97-AF65-F5344CB8AC3E}">
        <p14:creationId xmlns:p14="http://schemas.microsoft.com/office/powerpoint/2010/main" val="15117539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1A26E-1BE3-4BE0-AB5B-8D7066EF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1A0E1-A75D-411C-954E-56D558C1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完成畫面：Flexbox 活動首頁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32864-9E28-4D71-A2A7-852E8318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21C09-A499-4BD5-9CF2-BC2E276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28BAC-83FE-47A2-9418-7036B214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785b37b654296"/>
          <a:stretch xmlns:a="http://schemas.openxmlformats.org/drawingml/2006/main"/>
        </p:blipFill>
        <p:spPr>
          <a:xfrm xmlns:a="http://schemas.openxmlformats.org/drawingml/2006/main">
            <a:off x="2243667" y="1428750"/>
            <a:ext cx="7704667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8D744-443D-4352-9792-56933E88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對照範例檔，指出今天新增的規則與畫面效果。</a:t>
            </a:r>
          </a:p>
        </p:txBody>
      </p:sp>
    </p:spTree>
    <p:extLst>
      <p:ext uri="{BB962C8B-B14F-4D97-AF65-F5344CB8AC3E}">
        <p14:creationId xmlns:p14="http://schemas.microsoft.com/office/powerpoint/2010/main" val="3923216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8E86A-F9F0-4498-B78B-D90997D8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D40AE-8E93-4E73-BE05-DA37706A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常見誤區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37C1D-2612-4A88-BC35-004D023D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F1C2C-D0AF-49AD-B7D9-588EC98C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第六週｜核心概念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DC03A-C99C-496F-B80D-A7D98E1A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C27D0-827F-4FFB-8EFF-322B8865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A6AE3-97E1-40C0-8ED2-C4F8B290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5957A-CA62-44C6-9718-09A3DFF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把屬性寫錯層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55D69-C9BC-47A3-AD88-6AE32187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justify-content 應在容器上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28002-C27E-4B96-A318-E022208B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4BBFF-5907-4FB6-A52F-CCCD8782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7C699-45DB-4FD4-BDD4-FA1339F3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固定寬度太多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91EF0-4D85-4843-AF33-E2ADA963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讓 basis 與 grow 管理空間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938D7-A817-47AF-A2FE-DE2F8B4F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8C9BD-73A9-4BAB-A37F-7EB0636F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E36C6-44BB-47C1-B672-501493AE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只用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63C53-4154-4ACF-9F3E-2DCFCE39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鍵盤與讀屏順序仍依 DOM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16779-820C-4DBE-930A-FC19E16B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5048250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D1921-E2F6-47FF-960D-CC2E710F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14300" cy="1504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096A9-A602-4FD0-B712-76D2CD2A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41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忘記 wrap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4E221-AE9B-4C1A-987D-AFB2FFF7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卡片只會繼續縮或溢出</a:t>
            </a:r>
          </a:p>
        </p:txBody>
      </p:sp>
    </p:spTree>
    <p:extLst>
      <p:ext uri="{BB962C8B-B14F-4D97-AF65-F5344CB8AC3E}">
        <p14:creationId xmlns:p14="http://schemas.microsoft.com/office/powerpoint/2010/main" val="18434112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F3FAB-EA04-4438-9D4C-699434C2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4C24-FA6F-4D27-A521-A767053D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快速檢核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BE0B4-D991-4E87-BD5E-E42763E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EA6F8-AB8D-4A70-BA08-F67337BE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4AD69-42D4-4677-8487-1F5C864D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C3B8F-2E0D-4997-9CAD-2BD16F6D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9EC2A-5838-418C-A20E-97D0D21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4C44D-6EE4-4198-9B1D-E3184218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display: flex 影響哪些子元素？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0C2DD-2D32-4CCA-A8C7-88EE901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C89CB-BDD8-4291-A141-7316EB2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A57CA-79B5-49D9-9309-4415FF4F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column 時 justify-content 控制哪個方向？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2642D-4BF4-47D9-A82F-4BDD8FFE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944EF-6D9A-4C4F-9C2A-92F3DE08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3004B-7F48-43F8-AFF5-4A01D7F1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flex: 1 1 250px 三個值各代表什麼？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C27FA-5952-4846-9D85-6CB5D455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ED7CA-0A31-4B5F-B09E-390B1408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4C87C-A40B-4ABF-832E-A40320F9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3733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如何讓三張卡空間不足時換行？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C6301-E3CC-4626-8FBC-7999D0D0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先獨立思考，再和旁邊同學用一句話互相解釋。</a:t>
            </a:r>
          </a:p>
        </p:txBody>
      </p:sp>
    </p:spTree>
    <p:extLst>
      <p:ext uri="{BB962C8B-B14F-4D97-AF65-F5344CB8AC3E}">
        <p14:creationId xmlns:p14="http://schemas.microsoft.com/office/powerpoint/2010/main" val="5088567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56537-3737-4767-ADA8-76583B79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B96E3-9482-4465-BCF4-A17013E1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課後作業：Flexbox 活動首頁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76D0C-753D-44DC-8652-CFFED309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E4631-5E9E-49B5-BB73-7EEF21EE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第六週｜課後延伸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A3FC2-F0ED-40DB-885B-B92AEC1F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1AA2A-B057-4CC2-A04A-48B04A56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必要條件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602FA-5CF2-40F4-8CE3-F5B8EAA6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6762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導覽列使用兩層 Flexbox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Hero 使用左右雙欄與 gap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卡片容器允許 wrap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卡片按鈕維持底部對齊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61108-B8D7-4F1D-83DF-6DD47BD2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02F98-479E-43B5-9D45-A75D3DBA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繳交內容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5D728-769F-4651-95A6-6B01E4ED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繳交 HTML、CSS 與 1280px 寬畫面截圖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B8926-1069-4B8F-A816-4A449CB3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先完成可運作版本，再加入自己的文字、色彩與內容。</a:t>
            </a:r>
          </a:p>
        </p:txBody>
      </p:sp>
    </p:spTree>
    <p:extLst>
      <p:ext uri="{BB962C8B-B14F-4D97-AF65-F5344CB8AC3E}">
        <p14:creationId xmlns:p14="http://schemas.microsoft.com/office/powerpoint/2010/main" val="239228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2026-09-18T16:40:15.6790000Z</dcterms:created>
  <dcterms:modified xsi:type="dcterms:W3CDTF">2026-09-18T16:40:15.6790000Z</dcterms:modified>
</coreProperties>
</file>